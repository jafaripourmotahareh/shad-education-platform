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rtl="1">
              <a:defRPr/>
            </a:lvl1pP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lvl1pPr rtl="1">
              <a:defRPr/>
            </a:lvl1pPr>
            <a:lvl2pPr rtl="1">
              <a:defRPr/>
            </a:lvl2pPr>
            <a:lvl3pPr rtl="1">
              <a:defRPr/>
            </a:lvl3pPr>
            <a:lvl4pPr rtl="1">
              <a:defRPr/>
            </a:lvl4pPr>
            <a:lvl5pPr rtl="1">
              <a:defRPr/>
            </a:lvl5p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1295C"/>
        </a:solidFill>
      </p:bgPr>
    </p:bg>
    <p:spTree>
      <p:nvGrpSpPr>
        <p:cNvPr id="1" name=""/>
        <p:cNvGrpSpPr/>
        <p:nvPr/>
      </p:nvGrpSpPr>
      <p:grpSpPr>
        <a:xfrm>
          <a:off x="0" y="0"/>
          <a:ext cx="0" cy="0"/>
          <a:chOff x="0" y="0"/>
          <a:chExt cx="0" cy="0"/>
        </a:xfrm>
      </p:grpSpPr>
      <p:sp>
        <p:nvSpPr>
          <p:cNvPr id="20" name="Shape 0"/>
          <p:cNvSpPr/>
          <p:nvPr/>
        </p:nvSpPr>
        <p:spPr>
          <a:xfrm>
            <a:off x="-2011680" y="4206240"/>
            <a:ext cx="4754881" cy="4754881"/>
          </a:xfrm>
          <a:prstGeom prst="ellipse">
            <a:avLst/>
          </a:prstGeom>
          <a:solidFill>
            <a:srgbClr val="2B3A73"/>
          </a:solidFill>
          <a:ln w="12700">
            <a:miter lim="400000"/>
          </a:ln>
        </p:spPr>
        <p:txBody>
          <a:bodyPr lIns="45719" rIns="45719"/>
          <a:lstStyle/>
          <a:p>
            <a:pPr/>
          </a:p>
        </p:txBody>
      </p:sp>
      <p:sp>
        <p:nvSpPr>
          <p:cNvPr id="21" name="Shape 1"/>
          <p:cNvSpPr/>
          <p:nvPr/>
        </p:nvSpPr>
        <p:spPr>
          <a:xfrm>
            <a:off x="-914401" y="5120640"/>
            <a:ext cx="2926082" cy="2926081"/>
          </a:xfrm>
          <a:prstGeom prst="ellipse">
            <a:avLst/>
          </a:prstGeom>
          <a:solidFill>
            <a:srgbClr val="324082"/>
          </a:solidFill>
          <a:ln w="12700">
            <a:miter lim="400000"/>
          </a:ln>
        </p:spPr>
        <p:txBody>
          <a:bodyPr lIns="45719" rIns="45719"/>
          <a:lstStyle/>
          <a:p>
            <a:pPr/>
          </a:p>
        </p:txBody>
      </p:sp>
      <p:sp>
        <p:nvSpPr>
          <p:cNvPr id="22" name="Shape 2"/>
          <p:cNvSpPr/>
          <p:nvPr/>
        </p:nvSpPr>
        <p:spPr>
          <a:xfrm>
            <a:off x="9692640" y="-1463040"/>
            <a:ext cx="3840481" cy="3840480"/>
          </a:xfrm>
          <a:prstGeom prst="ellipse">
            <a:avLst/>
          </a:prstGeom>
          <a:solidFill>
            <a:srgbClr val="2B3A73"/>
          </a:solidFill>
          <a:ln w="12700">
            <a:miter lim="400000"/>
          </a:ln>
        </p:spPr>
        <p:txBody>
          <a:bodyPr lIns="45719" rIns="45719"/>
          <a:lstStyle/>
          <a:p>
            <a:pPr/>
          </a:p>
        </p:txBody>
      </p:sp>
      <p:sp>
        <p:nvSpPr>
          <p:cNvPr id="23" name="Text 3"/>
          <p:cNvSpPr txBox="1"/>
          <p:nvPr/>
        </p:nvSpPr>
        <p:spPr>
          <a:xfrm>
            <a:off x="731519" y="2092960"/>
            <a:ext cx="10728657"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pc="100" sz="1600">
                <a:solidFill>
                  <a:srgbClr val="8FB2D9"/>
                </a:solidFill>
                <a:latin typeface="B Nazanin"/>
                <a:ea typeface="B Nazanin"/>
                <a:cs typeface="B Nazanin"/>
                <a:sym typeface="B Nazanin"/>
              </a:defRPr>
            </a:lvl1pPr>
          </a:lstStyle>
          <a:p>
            <a:pPr/>
            <a:r>
              <a:t>پروژه مهندسی نرم‌افزار</a:t>
            </a:r>
          </a:p>
        </p:txBody>
      </p:sp>
      <p:sp>
        <p:nvSpPr>
          <p:cNvPr id="24" name="Text 4"/>
          <p:cNvSpPr txBox="1"/>
          <p:nvPr/>
        </p:nvSpPr>
        <p:spPr>
          <a:xfrm>
            <a:off x="731519" y="2771139"/>
            <a:ext cx="10728657"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4600">
                <a:solidFill>
                  <a:srgbClr val="FFFFFF"/>
                </a:solidFill>
                <a:latin typeface="B Nazanin"/>
                <a:ea typeface="B Nazanin"/>
                <a:cs typeface="B Nazanin"/>
                <a:sym typeface="B Nazanin"/>
              </a:defRPr>
            </a:lvl1pPr>
          </a:lstStyle>
          <a:p>
            <a:pPr/>
            <a:r>
              <a:t>پلتفرم آموزش آنلاین مدارس</a:t>
            </a:r>
          </a:p>
        </p:txBody>
      </p:sp>
      <p:sp>
        <p:nvSpPr>
          <p:cNvPr id="25" name="Text 5"/>
          <p:cNvSpPr txBox="1"/>
          <p:nvPr/>
        </p:nvSpPr>
        <p:spPr>
          <a:xfrm>
            <a:off x="731519" y="3719289"/>
            <a:ext cx="10728657" cy="3338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2000">
                <a:solidFill>
                  <a:srgbClr val="CADCFC"/>
                </a:solidFill>
                <a:latin typeface="B Nazanin"/>
                <a:ea typeface="B Nazanin"/>
                <a:cs typeface="B Nazanin"/>
                <a:sym typeface="B Nazanin"/>
              </a:defRPr>
            </a:lvl1pPr>
          </a:lstStyle>
          <a:p>
            <a:pPr/>
            <a:r>
              <a:t>فاز سوم | مهندسی سیستم و رویکرد سیستمی</a:t>
            </a:r>
          </a:p>
        </p:txBody>
      </p:sp>
      <p:sp>
        <p:nvSpPr>
          <p:cNvPr id="26" name="Shape 6"/>
          <p:cNvSpPr/>
          <p:nvPr/>
        </p:nvSpPr>
        <p:spPr>
          <a:xfrm>
            <a:off x="403707" y="4617720"/>
            <a:ext cx="1783081" cy="502921"/>
          </a:xfrm>
          <a:prstGeom prst="roundRect">
            <a:avLst>
              <a:gd name="adj" fmla="val 18182"/>
            </a:avLst>
          </a:prstGeom>
          <a:solidFill>
            <a:srgbClr val="2B3A73"/>
          </a:solidFill>
          <a:ln w="12700">
            <a:solidFill>
              <a:srgbClr val="3E4E8C"/>
            </a:solidFill>
          </a:ln>
        </p:spPr>
        <p:txBody>
          <a:bodyPr lIns="45719" rIns="45719"/>
          <a:lstStyle/>
          <a:p>
            <a:pPr/>
          </a:p>
        </p:txBody>
      </p:sp>
      <p:sp>
        <p:nvSpPr>
          <p:cNvPr id="27" name="Text 7"/>
          <p:cNvSpPr txBox="1"/>
          <p:nvPr/>
        </p:nvSpPr>
        <p:spPr>
          <a:xfrm>
            <a:off x="403708" y="4799329"/>
            <a:ext cx="178307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CADCFC"/>
                </a:solidFill>
                <a:latin typeface="B Nazanin"/>
                <a:ea typeface="B Nazanin"/>
                <a:cs typeface="B Nazanin"/>
                <a:sym typeface="B Nazanin"/>
              </a:defRPr>
            </a:lvl1pPr>
          </a:lstStyle>
          <a:p>
            <a:pPr/>
            <a:r>
              <a:t>مرز سیستم</a:t>
            </a:r>
          </a:p>
        </p:txBody>
      </p:sp>
      <p:sp>
        <p:nvSpPr>
          <p:cNvPr id="28" name="Shape 8"/>
          <p:cNvSpPr/>
          <p:nvPr/>
        </p:nvSpPr>
        <p:spPr>
          <a:xfrm>
            <a:off x="2323948" y="4617720"/>
            <a:ext cx="1783080" cy="502921"/>
          </a:xfrm>
          <a:prstGeom prst="roundRect">
            <a:avLst>
              <a:gd name="adj" fmla="val 18182"/>
            </a:avLst>
          </a:prstGeom>
          <a:solidFill>
            <a:srgbClr val="2B3A73"/>
          </a:solidFill>
          <a:ln w="12700">
            <a:solidFill>
              <a:srgbClr val="3E4E8C"/>
            </a:solidFill>
          </a:ln>
        </p:spPr>
        <p:txBody>
          <a:bodyPr lIns="45719" rIns="45719"/>
          <a:lstStyle/>
          <a:p>
            <a:pPr/>
          </a:p>
        </p:txBody>
      </p:sp>
      <p:sp>
        <p:nvSpPr>
          <p:cNvPr id="29" name="Text 9"/>
          <p:cNvSpPr txBox="1"/>
          <p:nvPr/>
        </p:nvSpPr>
        <p:spPr>
          <a:xfrm>
            <a:off x="2323948" y="4799329"/>
            <a:ext cx="1783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CADCFC"/>
                </a:solidFill>
                <a:latin typeface="B Nazanin"/>
                <a:ea typeface="B Nazanin"/>
                <a:cs typeface="B Nazanin"/>
                <a:sym typeface="B Nazanin"/>
              </a:defRPr>
            </a:lvl1pPr>
          </a:lstStyle>
          <a:p>
            <a:pPr/>
            <a:r>
              <a:t>مدل سه‌گانه</a:t>
            </a:r>
          </a:p>
        </p:txBody>
      </p:sp>
      <p:sp>
        <p:nvSpPr>
          <p:cNvPr id="30" name="Shape 10"/>
          <p:cNvSpPr/>
          <p:nvPr/>
        </p:nvSpPr>
        <p:spPr>
          <a:xfrm>
            <a:off x="4244187" y="4617720"/>
            <a:ext cx="1783081" cy="502921"/>
          </a:xfrm>
          <a:prstGeom prst="roundRect">
            <a:avLst>
              <a:gd name="adj" fmla="val 18182"/>
            </a:avLst>
          </a:prstGeom>
          <a:solidFill>
            <a:srgbClr val="2B3A73"/>
          </a:solidFill>
          <a:ln w="12700">
            <a:solidFill>
              <a:srgbClr val="3E4E8C"/>
            </a:solidFill>
          </a:ln>
        </p:spPr>
        <p:txBody>
          <a:bodyPr lIns="45719" rIns="45719"/>
          <a:lstStyle/>
          <a:p>
            <a:pPr/>
          </a:p>
        </p:txBody>
      </p:sp>
      <p:sp>
        <p:nvSpPr>
          <p:cNvPr id="31" name="Text 11"/>
          <p:cNvSpPr txBox="1"/>
          <p:nvPr/>
        </p:nvSpPr>
        <p:spPr>
          <a:xfrm>
            <a:off x="4244187" y="4799329"/>
            <a:ext cx="1783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CADCFC"/>
                </a:solidFill>
                <a:latin typeface="B Nazanin"/>
                <a:ea typeface="B Nazanin"/>
                <a:cs typeface="B Nazanin"/>
                <a:sym typeface="B Nazanin"/>
              </a:defRPr>
            </a:lvl1pPr>
          </a:lstStyle>
          <a:p>
            <a:pPr/>
            <a:r>
              <a:t>ویژگی‌های برآمده</a:t>
            </a:r>
          </a:p>
        </p:txBody>
      </p:sp>
      <p:sp>
        <p:nvSpPr>
          <p:cNvPr id="32" name="Shape 12"/>
          <p:cNvSpPr/>
          <p:nvPr/>
        </p:nvSpPr>
        <p:spPr>
          <a:xfrm>
            <a:off x="6164427" y="4617720"/>
            <a:ext cx="1783081" cy="502921"/>
          </a:xfrm>
          <a:prstGeom prst="roundRect">
            <a:avLst>
              <a:gd name="adj" fmla="val 18182"/>
            </a:avLst>
          </a:prstGeom>
          <a:solidFill>
            <a:srgbClr val="2B3A73"/>
          </a:solidFill>
          <a:ln w="12700">
            <a:solidFill>
              <a:srgbClr val="3E4E8C"/>
            </a:solidFill>
          </a:ln>
        </p:spPr>
        <p:txBody>
          <a:bodyPr lIns="45719" rIns="45719"/>
          <a:lstStyle/>
          <a:p>
            <a:pPr/>
          </a:p>
        </p:txBody>
      </p:sp>
      <p:sp>
        <p:nvSpPr>
          <p:cNvPr id="33" name="Text 13"/>
          <p:cNvSpPr txBox="1"/>
          <p:nvPr/>
        </p:nvSpPr>
        <p:spPr>
          <a:xfrm>
            <a:off x="6164428" y="4799329"/>
            <a:ext cx="178307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CADCFC"/>
                </a:solidFill>
                <a:latin typeface="B Nazanin"/>
                <a:ea typeface="B Nazanin"/>
                <a:cs typeface="B Nazanin"/>
                <a:sym typeface="B Nazanin"/>
              </a:defRPr>
            </a:lvl1pPr>
          </a:lstStyle>
          <a:p>
            <a:pPr/>
            <a:r>
              <a:t>وابستگی زیرسیستم‌ها</a:t>
            </a:r>
          </a:p>
        </p:txBody>
      </p:sp>
      <p:sp>
        <p:nvSpPr>
          <p:cNvPr id="34" name="Shape 14"/>
          <p:cNvSpPr/>
          <p:nvPr/>
        </p:nvSpPr>
        <p:spPr>
          <a:xfrm>
            <a:off x="8084667" y="4617720"/>
            <a:ext cx="1783081" cy="502921"/>
          </a:xfrm>
          <a:prstGeom prst="roundRect">
            <a:avLst>
              <a:gd name="adj" fmla="val 18182"/>
            </a:avLst>
          </a:prstGeom>
          <a:solidFill>
            <a:srgbClr val="2B3A73"/>
          </a:solidFill>
          <a:ln w="12700">
            <a:solidFill>
              <a:srgbClr val="3E4E8C"/>
            </a:solidFill>
          </a:ln>
        </p:spPr>
        <p:txBody>
          <a:bodyPr lIns="45719" rIns="45719"/>
          <a:lstStyle/>
          <a:p>
            <a:pPr/>
          </a:p>
        </p:txBody>
      </p:sp>
      <p:sp>
        <p:nvSpPr>
          <p:cNvPr id="35" name="Text 15"/>
          <p:cNvSpPr txBox="1"/>
          <p:nvPr/>
        </p:nvSpPr>
        <p:spPr>
          <a:xfrm>
            <a:off x="8084667" y="4799329"/>
            <a:ext cx="1783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CADCFC"/>
                </a:solidFill>
                <a:latin typeface="B Nazanin"/>
                <a:ea typeface="B Nazanin"/>
                <a:cs typeface="B Nazanin"/>
                <a:sym typeface="B Nazanin"/>
              </a:defRPr>
            </a:lvl1pPr>
          </a:lstStyle>
          <a:p>
            <a:pPr/>
            <a:r>
              <a:t>یکپارچه‌سازی</a:t>
            </a:r>
          </a:p>
        </p:txBody>
      </p:sp>
      <p:sp>
        <p:nvSpPr>
          <p:cNvPr id="36" name="Shape 16"/>
          <p:cNvSpPr/>
          <p:nvPr/>
        </p:nvSpPr>
        <p:spPr>
          <a:xfrm>
            <a:off x="10004907" y="4617720"/>
            <a:ext cx="1783081" cy="502921"/>
          </a:xfrm>
          <a:prstGeom prst="roundRect">
            <a:avLst>
              <a:gd name="adj" fmla="val 18182"/>
            </a:avLst>
          </a:prstGeom>
          <a:solidFill>
            <a:srgbClr val="2B3A73"/>
          </a:solidFill>
          <a:ln w="12700">
            <a:solidFill>
              <a:srgbClr val="3E4E8C"/>
            </a:solidFill>
          </a:ln>
        </p:spPr>
        <p:txBody>
          <a:bodyPr lIns="45719" rIns="45719"/>
          <a:lstStyle/>
          <a:p>
            <a:pPr/>
          </a:p>
        </p:txBody>
      </p:sp>
      <p:sp>
        <p:nvSpPr>
          <p:cNvPr id="37" name="Text 17"/>
          <p:cNvSpPr txBox="1"/>
          <p:nvPr/>
        </p:nvSpPr>
        <p:spPr>
          <a:xfrm>
            <a:off x="10004907" y="4799329"/>
            <a:ext cx="1783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CADCFC"/>
                </a:solidFill>
                <a:latin typeface="B Nazanin"/>
                <a:ea typeface="B Nazanin"/>
                <a:cs typeface="B Nazanin"/>
                <a:sym typeface="B Nazanin"/>
              </a:defRPr>
            </a:lvl1pPr>
          </a:lstStyle>
          <a:p>
            <a:pPr/>
            <a:r>
              <a:t>ریسک سیستمی</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بخش ۱  ·  اجزای داخلی سیستم</a:t>
            </a:r>
          </a:p>
        </p:txBody>
      </p:sp>
      <p:sp>
        <p:nvSpPr>
          <p:cNvPr id="40"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تعریف مرزهای سیستم و محیط عملیاتی</a:t>
            </a:r>
          </a:p>
        </p:txBody>
      </p:sp>
      <p:sp>
        <p:nvSpPr>
          <p:cNvPr id="41" name="Text 2"/>
          <p:cNvSpPr txBox="1"/>
          <p:nvPr/>
        </p:nvSpPr>
        <p:spPr>
          <a:xfrm>
            <a:off x="548639" y="1648789"/>
            <a:ext cx="11094417" cy="4971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25000"/>
              </a:lnSpc>
              <a:defRPr sz="1400">
                <a:solidFill>
                  <a:srgbClr val="51607A"/>
                </a:solidFill>
                <a:latin typeface="B Nazanin"/>
                <a:ea typeface="B Nazanin"/>
                <a:cs typeface="B Nazanin"/>
                <a:sym typeface="B Nazanin"/>
              </a:defRPr>
            </a:lvl1pPr>
          </a:lstStyle>
          <a:p>
            <a:pPr/>
            <a:r>
              <a:t>مرز سیستم (System Boundary) محدوده‌ای را مشخص می‌کند که اجزا، خدمات و قابلیت‌های داخلی سامانه در آن قرار دارند. هرآنچه درون این مرز باشد بخشی از سیستم و مسئولیت آن بر عهدهٔ سامانه است؛ عناصر بیرون مرز تنها از طریق رابط‌های مشخص با آن تعامل دارند.</a:t>
            </a:r>
          </a:p>
        </p:txBody>
      </p:sp>
      <p:sp>
        <p:nvSpPr>
          <p:cNvPr id="42" name="Shape 3"/>
          <p:cNvSpPr/>
          <p:nvPr/>
        </p:nvSpPr>
        <p:spPr>
          <a:xfrm>
            <a:off x="9341967" y="2606039"/>
            <a:ext cx="1993393" cy="1417321"/>
          </a:xfrm>
          <a:prstGeom prst="roundRect">
            <a:avLst>
              <a:gd name="adj" fmla="val 5806"/>
            </a:avLst>
          </a:prstGeom>
          <a:solidFill>
            <a:srgbClr val="E8F1F5"/>
          </a:solidFill>
          <a:ln w="12700">
            <a:miter lim="400000"/>
          </a:ln>
        </p:spPr>
        <p:txBody>
          <a:bodyPr lIns="45719" rIns="45719"/>
          <a:lstStyle/>
          <a:p>
            <a:pPr/>
          </a:p>
        </p:txBody>
      </p:sp>
      <p:sp>
        <p:nvSpPr>
          <p:cNvPr id="43" name="Shape 4"/>
          <p:cNvSpPr/>
          <p:nvPr/>
        </p:nvSpPr>
        <p:spPr>
          <a:xfrm>
            <a:off x="10878160" y="2770632"/>
            <a:ext cx="310897" cy="310897"/>
          </a:xfrm>
          <a:prstGeom prst="ellipse">
            <a:avLst/>
          </a:prstGeom>
          <a:solidFill>
            <a:srgbClr val="065A82"/>
          </a:solidFill>
          <a:ln w="12700">
            <a:miter lim="400000"/>
          </a:ln>
        </p:spPr>
        <p:txBody>
          <a:bodyPr lIns="45719" rIns="45719"/>
          <a:lstStyle/>
          <a:p>
            <a:pPr/>
          </a:p>
        </p:txBody>
      </p:sp>
      <p:sp>
        <p:nvSpPr>
          <p:cNvPr id="44" name="Text 5"/>
          <p:cNvSpPr txBox="1"/>
          <p:nvPr/>
        </p:nvSpPr>
        <p:spPr>
          <a:xfrm>
            <a:off x="10878160" y="2843530"/>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1</a:t>
            </a:r>
          </a:p>
        </p:txBody>
      </p:sp>
      <p:sp>
        <p:nvSpPr>
          <p:cNvPr id="45" name="Text 6"/>
          <p:cNvSpPr txBox="1"/>
          <p:nvPr/>
        </p:nvSpPr>
        <p:spPr>
          <a:xfrm>
            <a:off x="9451695" y="3136392"/>
            <a:ext cx="177393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مدیریت کاربران</a:t>
            </a:r>
          </a:p>
        </p:txBody>
      </p:sp>
      <p:sp>
        <p:nvSpPr>
          <p:cNvPr id="46" name="Shape 7"/>
          <p:cNvSpPr/>
          <p:nvPr/>
        </p:nvSpPr>
        <p:spPr>
          <a:xfrm>
            <a:off x="7220560" y="2606039"/>
            <a:ext cx="1993393" cy="1417321"/>
          </a:xfrm>
          <a:prstGeom prst="roundRect">
            <a:avLst>
              <a:gd name="adj" fmla="val 5806"/>
            </a:avLst>
          </a:prstGeom>
          <a:solidFill>
            <a:srgbClr val="E8F1F5"/>
          </a:solidFill>
          <a:ln w="12700">
            <a:miter lim="400000"/>
          </a:ln>
        </p:spPr>
        <p:txBody>
          <a:bodyPr lIns="45719" rIns="45719"/>
          <a:lstStyle/>
          <a:p>
            <a:pPr/>
          </a:p>
        </p:txBody>
      </p:sp>
      <p:sp>
        <p:nvSpPr>
          <p:cNvPr id="47" name="Shape 8"/>
          <p:cNvSpPr/>
          <p:nvPr/>
        </p:nvSpPr>
        <p:spPr>
          <a:xfrm>
            <a:off x="8756752" y="2770632"/>
            <a:ext cx="310897" cy="310897"/>
          </a:xfrm>
          <a:prstGeom prst="ellipse">
            <a:avLst/>
          </a:prstGeom>
          <a:solidFill>
            <a:srgbClr val="065A82"/>
          </a:solidFill>
          <a:ln w="12700">
            <a:miter lim="400000"/>
          </a:ln>
        </p:spPr>
        <p:txBody>
          <a:bodyPr lIns="45719" rIns="45719"/>
          <a:lstStyle/>
          <a:p>
            <a:pPr/>
          </a:p>
        </p:txBody>
      </p:sp>
      <p:sp>
        <p:nvSpPr>
          <p:cNvPr id="48" name="Text 9"/>
          <p:cNvSpPr txBox="1"/>
          <p:nvPr/>
        </p:nvSpPr>
        <p:spPr>
          <a:xfrm>
            <a:off x="8756752" y="2843530"/>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2</a:t>
            </a:r>
          </a:p>
        </p:txBody>
      </p:sp>
      <p:sp>
        <p:nvSpPr>
          <p:cNvPr id="49" name="Text 10"/>
          <p:cNvSpPr txBox="1"/>
          <p:nvPr/>
        </p:nvSpPr>
        <p:spPr>
          <a:xfrm>
            <a:off x="7330288" y="3136392"/>
            <a:ext cx="177393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مدیریت ساختار مدرسه</a:t>
            </a:r>
          </a:p>
        </p:txBody>
      </p:sp>
      <p:sp>
        <p:nvSpPr>
          <p:cNvPr id="50" name="Shape 11"/>
          <p:cNvSpPr/>
          <p:nvPr/>
        </p:nvSpPr>
        <p:spPr>
          <a:xfrm>
            <a:off x="5099151" y="2606039"/>
            <a:ext cx="1993394" cy="1417321"/>
          </a:xfrm>
          <a:prstGeom prst="roundRect">
            <a:avLst>
              <a:gd name="adj" fmla="val 5806"/>
            </a:avLst>
          </a:prstGeom>
          <a:solidFill>
            <a:srgbClr val="E8F1F5"/>
          </a:solidFill>
          <a:ln w="12700">
            <a:miter lim="400000"/>
          </a:ln>
        </p:spPr>
        <p:txBody>
          <a:bodyPr lIns="45719" rIns="45719"/>
          <a:lstStyle/>
          <a:p>
            <a:pPr/>
          </a:p>
        </p:txBody>
      </p:sp>
      <p:sp>
        <p:nvSpPr>
          <p:cNvPr id="51" name="Shape 12"/>
          <p:cNvSpPr/>
          <p:nvPr/>
        </p:nvSpPr>
        <p:spPr>
          <a:xfrm>
            <a:off x="6635343" y="2770632"/>
            <a:ext cx="310897" cy="310897"/>
          </a:xfrm>
          <a:prstGeom prst="ellipse">
            <a:avLst/>
          </a:prstGeom>
          <a:solidFill>
            <a:srgbClr val="065A82"/>
          </a:solidFill>
          <a:ln w="12700">
            <a:miter lim="400000"/>
          </a:ln>
        </p:spPr>
        <p:txBody>
          <a:bodyPr lIns="45719" rIns="45719"/>
          <a:lstStyle/>
          <a:p>
            <a:pPr/>
          </a:p>
        </p:txBody>
      </p:sp>
      <p:sp>
        <p:nvSpPr>
          <p:cNvPr id="52" name="Text 13"/>
          <p:cNvSpPr txBox="1"/>
          <p:nvPr/>
        </p:nvSpPr>
        <p:spPr>
          <a:xfrm>
            <a:off x="6635343" y="2843530"/>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3</a:t>
            </a:r>
          </a:p>
        </p:txBody>
      </p:sp>
      <p:sp>
        <p:nvSpPr>
          <p:cNvPr id="53" name="Text 14"/>
          <p:cNvSpPr txBox="1"/>
          <p:nvPr/>
        </p:nvSpPr>
        <p:spPr>
          <a:xfrm>
            <a:off x="5208880" y="3136392"/>
            <a:ext cx="177393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مدیریت کلاس‌های آنلاین</a:t>
            </a:r>
          </a:p>
        </p:txBody>
      </p:sp>
      <p:sp>
        <p:nvSpPr>
          <p:cNvPr id="54" name="Shape 15"/>
          <p:cNvSpPr/>
          <p:nvPr/>
        </p:nvSpPr>
        <p:spPr>
          <a:xfrm>
            <a:off x="2977744" y="2606039"/>
            <a:ext cx="1993393" cy="1417321"/>
          </a:xfrm>
          <a:prstGeom prst="roundRect">
            <a:avLst>
              <a:gd name="adj" fmla="val 5806"/>
            </a:avLst>
          </a:prstGeom>
          <a:solidFill>
            <a:srgbClr val="E8F1F5"/>
          </a:solidFill>
          <a:ln w="12700">
            <a:miter lim="400000"/>
          </a:ln>
        </p:spPr>
        <p:txBody>
          <a:bodyPr lIns="45719" rIns="45719"/>
          <a:lstStyle/>
          <a:p>
            <a:pPr/>
          </a:p>
        </p:txBody>
      </p:sp>
      <p:sp>
        <p:nvSpPr>
          <p:cNvPr id="55" name="Shape 16"/>
          <p:cNvSpPr/>
          <p:nvPr/>
        </p:nvSpPr>
        <p:spPr>
          <a:xfrm>
            <a:off x="4513936" y="2770632"/>
            <a:ext cx="310897" cy="310897"/>
          </a:xfrm>
          <a:prstGeom prst="ellipse">
            <a:avLst/>
          </a:prstGeom>
          <a:solidFill>
            <a:srgbClr val="065A82"/>
          </a:solidFill>
          <a:ln w="12700">
            <a:miter lim="400000"/>
          </a:ln>
        </p:spPr>
        <p:txBody>
          <a:bodyPr lIns="45719" rIns="45719"/>
          <a:lstStyle/>
          <a:p>
            <a:pPr/>
          </a:p>
        </p:txBody>
      </p:sp>
      <p:sp>
        <p:nvSpPr>
          <p:cNvPr id="56" name="Text 17"/>
          <p:cNvSpPr txBox="1"/>
          <p:nvPr/>
        </p:nvSpPr>
        <p:spPr>
          <a:xfrm>
            <a:off x="4513936" y="2843530"/>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4</a:t>
            </a:r>
          </a:p>
        </p:txBody>
      </p:sp>
      <p:sp>
        <p:nvSpPr>
          <p:cNvPr id="57" name="Text 18"/>
          <p:cNvSpPr txBox="1"/>
          <p:nvPr/>
        </p:nvSpPr>
        <p:spPr>
          <a:xfrm>
            <a:off x="3087472" y="3136392"/>
            <a:ext cx="177393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مدیریت تکالیف</a:t>
            </a:r>
          </a:p>
        </p:txBody>
      </p:sp>
      <p:sp>
        <p:nvSpPr>
          <p:cNvPr id="58" name="Shape 19"/>
          <p:cNvSpPr/>
          <p:nvPr/>
        </p:nvSpPr>
        <p:spPr>
          <a:xfrm>
            <a:off x="856336" y="2606039"/>
            <a:ext cx="1993393" cy="1417321"/>
          </a:xfrm>
          <a:prstGeom prst="roundRect">
            <a:avLst>
              <a:gd name="adj" fmla="val 5806"/>
            </a:avLst>
          </a:prstGeom>
          <a:solidFill>
            <a:srgbClr val="E8F1F5"/>
          </a:solidFill>
          <a:ln w="12700">
            <a:miter lim="400000"/>
          </a:ln>
        </p:spPr>
        <p:txBody>
          <a:bodyPr lIns="45719" rIns="45719"/>
          <a:lstStyle/>
          <a:p>
            <a:pPr/>
          </a:p>
        </p:txBody>
      </p:sp>
      <p:sp>
        <p:nvSpPr>
          <p:cNvPr id="59" name="Shape 20"/>
          <p:cNvSpPr/>
          <p:nvPr/>
        </p:nvSpPr>
        <p:spPr>
          <a:xfrm>
            <a:off x="2392527" y="2770632"/>
            <a:ext cx="310897" cy="310897"/>
          </a:xfrm>
          <a:prstGeom prst="ellipse">
            <a:avLst/>
          </a:prstGeom>
          <a:solidFill>
            <a:srgbClr val="065A82"/>
          </a:solidFill>
          <a:ln w="12700">
            <a:miter lim="400000"/>
          </a:ln>
        </p:spPr>
        <p:txBody>
          <a:bodyPr lIns="45719" rIns="45719"/>
          <a:lstStyle/>
          <a:p>
            <a:pPr/>
          </a:p>
        </p:txBody>
      </p:sp>
      <p:sp>
        <p:nvSpPr>
          <p:cNvPr id="60" name="Text 21"/>
          <p:cNvSpPr txBox="1"/>
          <p:nvPr/>
        </p:nvSpPr>
        <p:spPr>
          <a:xfrm>
            <a:off x="2392527" y="2843530"/>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5</a:t>
            </a:r>
          </a:p>
        </p:txBody>
      </p:sp>
      <p:sp>
        <p:nvSpPr>
          <p:cNvPr id="61" name="Text 22"/>
          <p:cNvSpPr txBox="1"/>
          <p:nvPr/>
        </p:nvSpPr>
        <p:spPr>
          <a:xfrm>
            <a:off x="966064" y="3136392"/>
            <a:ext cx="177393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مدیریت آزمون‌ها</a:t>
            </a:r>
          </a:p>
        </p:txBody>
      </p:sp>
      <p:sp>
        <p:nvSpPr>
          <p:cNvPr id="62" name="Shape 23"/>
          <p:cNvSpPr/>
          <p:nvPr/>
        </p:nvSpPr>
        <p:spPr>
          <a:xfrm>
            <a:off x="9341967" y="4224528"/>
            <a:ext cx="1993393" cy="1417321"/>
          </a:xfrm>
          <a:prstGeom prst="roundRect">
            <a:avLst>
              <a:gd name="adj" fmla="val 5806"/>
            </a:avLst>
          </a:prstGeom>
          <a:solidFill>
            <a:srgbClr val="E8F1F5"/>
          </a:solidFill>
          <a:ln w="12700">
            <a:miter lim="400000"/>
          </a:ln>
        </p:spPr>
        <p:txBody>
          <a:bodyPr lIns="45719" rIns="45719"/>
          <a:lstStyle/>
          <a:p>
            <a:pPr/>
          </a:p>
        </p:txBody>
      </p:sp>
      <p:sp>
        <p:nvSpPr>
          <p:cNvPr id="63" name="Shape 24"/>
          <p:cNvSpPr/>
          <p:nvPr/>
        </p:nvSpPr>
        <p:spPr>
          <a:xfrm>
            <a:off x="10878160" y="4389120"/>
            <a:ext cx="310897" cy="310897"/>
          </a:xfrm>
          <a:prstGeom prst="ellipse">
            <a:avLst/>
          </a:prstGeom>
          <a:solidFill>
            <a:srgbClr val="065A82"/>
          </a:solidFill>
          <a:ln w="12700">
            <a:miter lim="400000"/>
          </a:ln>
        </p:spPr>
        <p:txBody>
          <a:bodyPr lIns="45719" rIns="45719"/>
          <a:lstStyle/>
          <a:p>
            <a:pPr/>
          </a:p>
        </p:txBody>
      </p:sp>
      <p:sp>
        <p:nvSpPr>
          <p:cNvPr id="64" name="Text 25"/>
          <p:cNvSpPr txBox="1"/>
          <p:nvPr/>
        </p:nvSpPr>
        <p:spPr>
          <a:xfrm>
            <a:off x="10878160" y="4462018"/>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6</a:t>
            </a:r>
          </a:p>
        </p:txBody>
      </p:sp>
      <p:sp>
        <p:nvSpPr>
          <p:cNvPr id="65" name="Text 26"/>
          <p:cNvSpPr txBox="1"/>
          <p:nvPr/>
        </p:nvSpPr>
        <p:spPr>
          <a:xfrm>
            <a:off x="9451695" y="4754879"/>
            <a:ext cx="177393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حضور و غیاب</a:t>
            </a:r>
          </a:p>
        </p:txBody>
      </p:sp>
      <p:sp>
        <p:nvSpPr>
          <p:cNvPr id="66" name="Shape 27"/>
          <p:cNvSpPr/>
          <p:nvPr/>
        </p:nvSpPr>
        <p:spPr>
          <a:xfrm>
            <a:off x="7220560" y="4224528"/>
            <a:ext cx="1993393" cy="1417321"/>
          </a:xfrm>
          <a:prstGeom prst="roundRect">
            <a:avLst>
              <a:gd name="adj" fmla="val 5806"/>
            </a:avLst>
          </a:prstGeom>
          <a:solidFill>
            <a:srgbClr val="E8F1F5"/>
          </a:solidFill>
          <a:ln w="12700">
            <a:miter lim="400000"/>
          </a:ln>
        </p:spPr>
        <p:txBody>
          <a:bodyPr lIns="45719" rIns="45719"/>
          <a:lstStyle/>
          <a:p>
            <a:pPr/>
          </a:p>
        </p:txBody>
      </p:sp>
      <p:sp>
        <p:nvSpPr>
          <p:cNvPr id="67" name="Shape 28"/>
          <p:cNvSpPr/>
          <p:nvPr/>
        </p:nvSpPr>
        <p:spPr>
          <a:xfrm>
            <a:off x="8756752" y="4389120"/>
            <a:ext cx="310897" cy="310897"/>
          </a:xfrm>
          <a:prstGeom prst="ellipse">
            <a:avLst/>
          </a:prstGeom>
          <a:solidFill>
            <a:srgbClr val="065A82"/>
          </a:solidFill>
          <a:ln w="12700">
            <a:miter lim="400000"/>
          </a:ln>
        </p:spPr>
        <p:txBody>
          <a:bodyPr lIns="45719" rIns="45719"/>
          <a:lstStyle/>
          <a:p>
            <a:pPr/>
          </a:p>
        </p:txBody>
      </p:sp>
      <p:sp>
        <p:nvSpPr>
          <p:cNvPr id="68" name="Text 29"/>
          <p:cNvSpPr txBox="1"/>
          <p:nvPr/>
        </p:nvSpPr>
        <p:spPr>
          <a:xfrm>
            <a:off x="8756752" y="4462018"/>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7</a:t>
            </a:r>
          </a:p>
        </p:txBody>
      </p:sp>
      <p:sp>
        <p:nvSpPr>
          <p:cNvPr id="69" name="Text 30"/>
          <p:cNvSpPr txBox="1"/>
          <p:nvPr/>
        </p:nvSpPr>
        <p:spPr>
          <a:xfrm>
            <a:off x="7330288" y="4754879"/>
            <a:ext cx="177393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سیستم ارتباطات</a:t>
            </a:r>
          </a:p>
        </p:txBody>
      </p:sp>
      <p:sp>
        <p:nvSpPr>
          <p:cNvPr id="70" name="Shape 31"/>
          <p:cNvSpPr/>
          <p:nvPr/>
        </p:nvSpPr>
        <p:spPr>
          <a:xfrm>
            <a:off x="5099151" y="4224528"/>
            <a:ext cx="1993394" cy="1417321"/>
          </a:xfrm>
          <a:prstGeom prst="roundRect">
            <a:avLst>
              <a:gd name="adj" fmla="val 5806"/>
            </a:avLst>
          </a:prstGeom>
          <a:solidFill>
            <a:srgbClr val="E8F1F5"/>
          </a:solidFill>
          <a:ln w="12700">
            <a:miter lim="400000"/>
          </a:ln>
        </p:spPr>
        <p:txBody>
          <a:bodyPr lIns="45719" rIns="45719"/>
          <a:lstStyle/>
          <a:p>
            <a:pPr/>
          </a:p>
        </p:txBody>
      </p:sp>
      <p:sp>
        <p:nvSpPr>
          <p:cNvPr id="71" name="Shape 32"/>
          <p:cNvSpPr/>
          <p:nvPr/>
        </p:nvSpPr>
        <p:spPr>
          <a:xfrm>
            <a:off x="6635343" y="4389120"/>
            <a:ext cx="310897" cy="310897"/>
          </a:xfrm>
          <a:prstGeom prst="ellipse">
            <a:avLst/>
          </a:prstGeom>
          <a:solidFill>
            <a:srgbClr val="065A82"/>
          </a:solidFill>
          <a:ln w="12700">
            <a:miter lim="400000"/>
          </a:ln>
        </p:spPr>
        <p:txBody>
          <a:bodyPr lIns="45719" rIns="45719"/>
          <a:lstStyle/>
          <a:p>
            <a:pPr/>
          </a:p>
        </p:txBody>
      </p:sp>
      <p:sp>
        <p:nvSpPr>
          <p:cNvPr id="72" name="Text 33"/>
          <p:cNvSpPr txBox="1"/>
          <p:nvPr/>
        </p:nvSpPr>
        <p:spPr>
          <a:xfrm>
            <a:off x="6635343" y="4462018"/>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8</a:t>
            </a:r>
          </a:p>
        </p:txBody>
      </p:sp>
      <p:sp>
        <p:nvSpPr>
          <p:cNvPr id="73" name="Text 34"/>
          <p:cNvSpPr txBox="1"/>
          <p:nvPr/>
        </p:nvSpPr>
        <p:spPr>
          <a:xfrm>
            <a:off x="5208880" y="4754879"/>
            <a:ext cx="177393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گزارش‌گیری و تحلیل</a:t>
            </a:r>
          </a:p>
        </p:txBody>
      </p:sp>
      <p:sp>
        <p:nvSpPr>
          <p:cNvPr id="74" name="Shape 35"/>
          <p:cNvSpPr/>
          <p:nvPr/>
        </p:nvSpPr>
        <p:spPr>
          <a:xfrm>
            <a:off x="2977744" y="4224528"/>
            <a:ext cx="1993393" cy="1417321"/>
          </a:xfrm>
          <a:prstGeom prst="roundRect">
            <a:avLst>
              <a:gd name="adj" fmla="val 5806"/>
            </a:avLst>
          </a:prstGeom>
          <a:solidFill>
            <a:srgbClr val="E8F1F5"/>
          </a:solidFill>
          <a:ln w="12700">
            <a:miter lim="400000"/>
          </a:ln>
        </p:spPr>
        <p:txBody>
          <a:bodyPr lIns="45719" rIns="45719"/>
          <a:lstStyle/>
          <a:p>
            <a:pPr/>
          </a:p>
        </p:txBody>
      </p:sp>
      <p:sp>
        <p:nvSpPr>
          <p:cNvPr id="75" name="Shape 36"/>
          <p:cNvSpPr/>
          <p:nvPr/>
        </p:nvSpPr>
        <p:spPr>
          <a:xfrm>
            <a:off x="4513936" y="4389120"/>
            <a:ext cx="310897" cy="310897"/>
          </a:xfrm>
          <a:prstGeom prst="ellipse">
            <a:avLst/>
          </a:prstGeom>
          <a:solidFill>
            <a:srgbClr val="065A82"/>
          </a:solidFill>
          <a:ln w="12700">
            <a:miter lim="400000"/>
          </a:ln>
        </p:spPr>
        <p:txBody>
          <a:bodyPr lIns="45719" rIns="45719"/>
          <a:lstStyle/>
          <a:p>
            <a:pPr/>
          </a:p>
        </p:txBody>
      </p:sp>
      <p:sp>
        <p:nvSpPr>
          <p:cNvPr id="76" name="Text 37"/>
          <p:cNvSpPr txBox="1"/>
          <p:nvPr/>
        </p:nvSpPr>
        <p:spPr>
          <a:xfrm>
            <a:off x="4513936" y="4462018"/>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9</a:t>
            </a:r>
          </a:p>
        </p:txBody>
      </p:sp>
      <p:sp>
        <p:nvSpPr>
          <p:cNvPr id="77" name="Text 38"/>
          <p:cNvSpPr txBox="1"/>
          <p:nvPr/>
        </p:nvSpPr>
        <p:spPr>
          <a:xfrm>
            <a:off x="3087472" y="4754879"/>
            <a:ext cx="177393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پنل مدیریت سیستم</a:t>
            </a:r>
          </a:p>
        </p:txBody>
      </p:sp>
      <p:sp>
        <p:nvSpPr>
          <p:cNvPr id="78" name="Shape 39"/>
          <p:cNvSpPr/>
          <p:nvPr/>
        </p:nvSpPr>
        <p:spPr>
          <a:xfrm>
            <a:off x="856336" y="4224528"/>
            <a:ext cx="1993393" cy="1417321"/>
          </a:xfrm>
          <a:prstGeom prst="roundRect">
            <a:avLst>
              <a:gd name="adj" fmla="val 5806"/>
            </a:avLst>
          </a:prstGeom>
          <a:solidFill>
            <a:srgbClr val="E8F1F5"/>
          </a:solidFill>
          <a:ln w="12700">
            <a:miter lim="400000"/>
          </a:ln>
        </p:spPr>
        <p:txBody>
          <a:bodyPr lIns="45719" rIns="45719"/>
          <a:lstStyle/>
          <a:p>
            <a:pPr/>
          </a:p>
        </p:txBody>
      </p:sp>
      <p:sp>
        <p:nvSpPr>
          <p:cNvPr id="79" name="Shape 40"/>
          <p:cNvSpPr/>
          <p:nvPr/>
        </p:nvSpPr>
        <p:spPr>
          <a:xfrm>
            <a:off x="2392527" y="4389120"/>
            <a:ext cx="310897" cy="310897"/>
          </a:xfrm>
          <a:prstGeom prst="ellipse">
            <a:avLst/>
          </a:prstGeom>
          <a:solidFill>
            <a:srgbClr val="065A82"/>
          </a:solidFill>
          <a:ln w="12700">
            <a:miter lim="400000"/>
          </a:ln>
        </p:spPr>
        <p:txBody>
          <a:bodyPr lIns="45719" rIns="45719"/>
          <a:lstStyle/>
          <a:p>
            <a:pPr/>
          </a:p>
        </p:txBody>
      </p:sp>
      <p:sp>
        <p:nvSpPr>
          <p:cNvPr id="80" name="Text 41"/>
          <p:cNvSpPr txBox="1"/>
          <p:nvPr/>
        </p:nvSpPr>
        <p:spPr>
          <a:xfrm>
            <a:off x="2392527" y="4462018"/>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10</a:t>
            </a:r>
          </a:p>
        </p:txBody>
      </p:sp>
      <p:sp>
        <p:nvSpPr>
          <p:cNvPr id="81" name="Text 42"/>
          <p:cNvSpPr txBox="1"/>
          <p:nvPr/>
        </p:nvSpPr>
        <p:spPr>
          <a:xfrm>
            <a:off x="966064" y="4754879"/>
            <a:ext cx="177393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04999"/>
              </a:lnSpc>
              <a:defRPr sz="1300">
                <a:solidFill>
                  <a:srgbClr val="21295C"/>
                </a:solidFill>
                <a:latin typeface="B Nazanin"/>
                <a:ea typeface="B Nazanin"/>
                <a:cs typeface="B Nazanin"/>
                <a:sym typeface="B Nazanin"/>
              </a:defRPr>
            </a:lvl1pPr>
          </a:lstStyle>
          <a:p>
            <a:pPr/>
            <a:r>
              <a:t>پایگاه داده</a:t>
            </a:r>
          </a:p>
        </p:txBody>
      </p:sp>
      <p:sp>
        <p:nvSpPr>
          <p:cNvPr id="82" name="Text 43"/>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بخش ۲  ·  عناصر خارجی و محیط عملیاتی</a:t>
            </a:r>
          </a:p>
        </p:txBody>
      </p:sp>
      <p:sp>
        <p:nvSpPr>
          <p:cNvPr id="85"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بازیگران و سرویس‌های خارج از مرز سیستم</a:t>
            </a:r>
          </a:p>
        </p:txBody>
      </p:sp>
      <p:sp>
        <p:nvSpPr>
          <p:cNvPr id="86" name="Shape 2"/>
          <p:cNvSpPr/>
          <p:nvPr/>
        </p:nvSpPr>
        <p:spPr>
          <a:xfrm>
            <a:off x="6476694" y="1691639"/>
            <a:ext cx="5166361" cy="3246122"/>
          </a:xfrm>
          <a:prstGeom prst="roundRect">
            <a:avLst>
              <a:gd name="adj" fmla="val 2817"/>
            </a:avLst>
          </a:prstGeom>
          <a:solidFill>
            <a:srgbClr val="E8F1F5"/>
          </a:solidFill>
          <a:ln w="12700">
            <a:miter lim="400000"/>
          </a:ln>
        </p:spPr>
        <p:txBody>
          <a:bodyPr lIns="45719" rIns="45719"/>
          <a:lstStyle/>
          <a:p>
            <a:pPr/>
          </a:p>
        </p:txBody>
      </p:sp>
      <p:sp>
        <p:nvSpPr>
          <p:cNvPr id="87" name="Text 3"/>
          <p:cNvSpPr txBox="1"/>
          <p:nvPr/>
        </p:nvSpPr>
        <p:spPr>
          <a:xfrm>
            <a:off x="6705295" y="1906853"/>
            <a:ext cx="4709161" cy="2645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600">
                <a:solidFill>
                  <a:srgbClr val="21295C"/>
                </a:solidFill>
                <a:latin typeface="B Nazanin"/>
                <a:ea typeface="B Nazanin"/>
                <a:cs typeface="B Nazanin"/>
                <a:sym typeface="B Nazanin"/>
              </a:defRPr>
            </a:lvl1pPr>
          </a:lstStyle>
          <a:p>
            <a:pPr/>
            <a:r>
              <a:t>بازیگران انسانی (Actors)</a:t>
            </a:r>
          </a:p>
        </p:txBody>
      </p:sp>
      <p:sp>
        <p:nvSpPr>
          <p:cNvPr id="88" name="Shape 4"/>
          <p:cNvSpPr/>
          <p:nvPr/>
        </p:nvSpPr>
        <p:spPr>
          <a:xfrm>
            <a:off x="11140134" y="2313432"/>
            <a:ext cx="274321" cy="274321"/>
          </a:xfrm>
          <a:prstGeom prst="ellipse">
            <a:avLst/>
          </a:prstGeom>
          <a:solidFill>
            <a:srgbClr val="065A82"/>
          </a:solidFill>
          <a:ln w="12700">
            <a:miter lim="400000"/>
          </a:ln>
        </p:spPr>
        <p:txBody>
          <a:bodyPr lIns="45719" rIns="45719"/>
          <a:lstStyle/>
          <a:p>
            <a:pPr/>
          </a:p>
        </p:txBody>
      </p:sp>
      <p:sp>
        <p:nvSpPr>
          <p:cNvPr id="89" name="Text 5"/>
          <p:cNvSpPr txBox="1"/>
          <p:nvPr/>
        </p:nvSpPr>
        <p:spPr>
          <a:xfrm>
            <a:off x="11140134" y="2348992"/>
            <a:ext cx="2743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a:t>
            </a:r>
          </a:p>
        </p:txBody>
      </p:sp>
      <p:sp>
        <p:nvSpPr>
          <p:cNvPr id="90" name="Text 6"/>
          <p:cNvSpPr txBox="1"/>
          <p:nvPr/>
        </p:nvSpPr>
        <p:spPr>
          <a:xfrm>
            <a:off x="6705295" y="2413761"/>
            <a:ext cx="4343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r" rtl="1">
              <a:defRPr sz="1300">
                <a:solidFill>
                  <a:srgbClr val="21295C"/>
                </a:solidFill>
                <a:latin typeface="B Nazanin"/>
                <a:ea typeface="B Nazanin"/>
                <a:cs typeface="B Nazanin"/>
                <a:sym typeface="B Nazanin"/>
              </a:defRPr>
            </a:pPr>
            <a:r>
              <a:t>دانش‌آموز  </a:t>
            </a:r>
            <a:r>
              <a:rPr sz="1100">
                <a:solidFill>
                  <a:srgbClr val="51607A"/>
                </a:solidFill>
              </a:rPr>
              <a:t>شرکت در کلاس، ارسال تکلیف و آزمون</a:t>
            </a:r>
          </a:p>
        </p:txBody>
      </p:sp>
      <p:sp>
        <p:nvSpPr>
          <p:cNvPr id="91" name="Shape 7"/>
          <p:cNvSpPr/>
          <p:nvPr/>
        </p:nvSpPr>
        <p:spPr>
          <a:xfrm>
            <a:off x="11140134" y="2843783"/>
            <a:ext cx="274321" cy="274321"/>
          </a:xfrm>
          <a:prstGeom prst="ellipse">
            <a:avLst/>
          </a:prstGeom>
          <a:solidFill>
            <a:srgbClr val="065A82"/>
          </a:solidFill>
          <a:ln w="12700">
            <a:miter lim="400000"/>
          </a:ln>
        </p:spPr>
        <p:txBody>
          <a:bodyPr lIns="45719" rIns="45719"/>
          <a:lstStyle/>
          <a:p>
            <a:pPr/>
          </a:p>
        </p:txBody>
      </p:sp>
      <p:sp>
        <p:nvSpPr>
          <p:cNvPr id="92" name="Text 8"/>
          <p:cNvSpPr txBox="1"/>
          <p:nvPr/>
        </p:nvSpPr>
        <p:spPr>
          <a:xfrm>
            <a:off x="11140134" y="2879343"/>
            <a:ext cx="2743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a:t>
            </a:r>
          </a:p>
        </p:txBody>
      </p:sp>
      <p:sp>
        <p:nvSpPr>
          <p:cNvPr id="93" name="Text 9"/>
          <p:cNvSpPr txBox="1"/>
          <p:nvPr/>
        </p:nvSpPr>
        <p:spPr>
          <a:xfrm>
            <a:off x="6705295" y="2944114"/>
            <a:ext cx="4343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r" rtl="1">
              <a:defRPr sz="1300">
                <a:solidFill>
                  <a:srgbClr val="21295C"/>
                </a:solidFill>
                <a:latin typeface="B Nazanin"/>
                <a:ea typeface="B Nazanin"/>
                <a:cs typeface="B Nazanin"/>
                <a:sym typeface="B Nazanin"/>
              </a:defRPr>
            </a:pPr>
            <a:r>
              <a:t>معلم  </a:t>
            </a:r>
            <a:r>
              <a:rPr sz="1100">
                <a:solidFill>
                  <a:srgbClr val="51607A"/>
                </a:solidFill>
              </a:rPr>
              <a:t>برگزاری کلاس، مدیریت تکالیف و آزمون</a:t>
            </a:r>
          </a:p>
        </p:txBody>
      </p:sp>
      <p:sp>
        <p:nvSpPr>
          <p:cNvPr id="94" name="Shape 10"/>
          <p:cNvSpPr/>
          <p:nvPr/>
        </p:nvSpPr>
        <p:spPr>
          <a:xfrm>
            <a:off x="11140134" y="3374135"/>
            <a:ext cx="274321" cy="274321"/>
          </a:xfrm>
          <a:prstGeom prst="ellipse">
            <a:avLst/>
          </a:prstGeom>
          <a:solidFill>
            <a:srgbClr val="065A82"/>
          </a:solidFill>
          <a:ln w="12700">
            <a:miter lim="400000"/>
          </a:ln>
        </p:spPr>
        <p:txBody>
          <a:bodyPr lIns="45719" rIns="45719"/>
          <a:lstStyle/>
          <a:p>
            <a:pPr/>
          </a:p>
        </p:txBody>
      </p:sp>
      <p:sp>
        <p:nvSpPr>
          <p:cNvPr id="95" name="Text 11"/>
          <p:cNvSpPr txBox="1"/>
          <p:nvPr/>
        </p:nvSpPr>
        <p:spPr>
          <a:xfrm>
            <a:off x="11140134" y="3409695"/>
            <a:ext cx="2743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a:t>
            </a:r>
          </a:p>
        </p:txBody>
      </p:sp>
      <p:sp>
        <p:nvSpPr>
          <p:cNvPr id="96" name="Text 12"/>
          <p:cNvSpPr txBox="1"/>
          <p:nvPr/>
        </p:nvSpPr>
        <p:spPr>
          <a:xfrm>
            <a:off x="6705295" y="3474465"/>
            <a:ext cx="4343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r" rtl="1">
              <a:defRPr sz="1300">
                <a:solidFill>
                  <a:srgbClr val="21295C"/>
                </a:solidFill>
                <a:latin typeface="B Nazanin"/>
                <a:ea typeface="B Nazanin"/>
                <a:cs typeface="B Nazanin"/>
                <a:sym typeface="B Nazanin"/>
              </a:defRPr>
            </a:pPr>
            <a:r>
              <a:t>مدیر مدرسه  </a:t>
            </a:r>
            <a:r>
              <a:rPr sz="1100">
                <a:solidFill>
                  <a:srgbClr val="51607A"/>
                </a:solidFill>
              </a:rPr>
              <a:t>مدیریت ساختار مدرسه، کلاس‌ها و کاربران</a:t>
            </a:r>
          </a:p>
        </p:txBody>
      </p:sp>
      <p:sp>
        <p:nvSpPr>
          <p:cNvPr id="97" name="Shape 13"/>
          <p:cNvSpPr/>
          <p:nvPr/>
        </p:nvSpPr>
        <p:spPr>
          <a:xfrm>
            <a:off x="11140134" y="3904488"/>
            <a:ext cx="274321" cy="274321"/>
          </a:xfrm>
          <a:prstGeom prst="ellipse">
            <a:avLst/>
          </a:prstGeom>
          <a:solidFill>
            <a:srgbClr val="065A82"/>
          </a:solidFill>
          <a:ln w="12700">
            <a:miter lim="400000"/>
          </a:ln>
        </p:spPr>
        <p:txBody>
          <a:bodyPr lIns="45719" rIns="45719"/>
          <a:lstStyle/>
          <a:p>
            <a:pPr/>
          </a:p>
        </p:txBody>
      </p:sp>
      <p:sp>
        <p:nvSpPr>
          <p:cNvPr id="98" name="Text 14"/>
          <p:cNvSpPr txBox="1"/>
          <p:nvPr/>
        </p:nvSpPr>
        <p:spPr>
          <a:xfrm>
            <a:off x="11140134" y="3940048"/>
            <a:ext cx="2743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a:t>
            </a:r>
          </a:p>
        </p:txBody>
      </p:sp>
      <p:sp>
        <p:nvSpPr>
          <p:cNvPr id="99" name="Text 15"/>
          <p:cNvSpPr txBox="1"/>
          <p:nvPr/>
        </p:nvSpPr>
        <p:spPr>
          <a:xfrm>
            <a:off x="6705295" y="3996288"/>
            <a:ext cx="4343401" cy="1821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r" rtl="1">
              <a:defRPr sz="1300">
                <a:solidFill>
                  <a:srgbClr val="21295C"/>
                </a:solidFill>
                <a:latin typeface="B Nazanin"/>
                <a:ea typeface="B Nazanin"/>
                <a:cs typeface="B Nazanin"/>
                <a:sym typeface="B Nazanin"/>
              </a:defRPr>
            </a:pPr>
            <a:r>
              <a:t>والدین  </a:t>
            </a:r>
            <a:r>
              <a:rPr sz="1100">
                <a:solidFill>
                  <a:srgbClr val="51607A"/>
                </a:solidFill>
              </a:rPr>
              <a:t>مشاهدهٔ وضعیت تحصیلی دانش‌آموز</a:t>
            </a:r>
          </a:p>
        </p:txBody>
      </p:sp>
      <p:sp>
        <p:nvSpPr>
          <p:cNvPr id="100" name="Shape 16"/>
          <p:cNvSpPr/>
          <p:nvPr/>
        </p:nvSpPr>
        <p:spPr>
          <a:xfrm>
            <a:off x="11140134" y="4434840"/>
            <a:ext cx="274321" cy="274321"/>
          </a:xfrm>
          <a:prstGeom prst="ellipse">
            <a:avLst/>
          </a:prstGeom>
          <a:solidFill>
            <a:srgbClr val="065A82"/>
          </a:solidFill>
          <a:ln w="12700">
            <a:miter lim="400000"/>
          </a:ln>
        </p:spPr>
        <p:txBody>
          <a:bodyPr lIns="45719" rIns="45719"/>
          <a:lstStyle/>
          <a:p>
            <a:pPr/>
          </a:p>
        </p:txBody>
      </p:sp>
      <p:sp>
        <p:nvSpPr>
          <p:cNvPr id="101" name="Text 17"/>
          <p:cNvSpPr txBox="1"/>
          <p:nvPr/>
        </p:nvSpPr>
        <p:spPr>
          <a:xfrm>
            <a:off x="11140134" y="4470400"/>
            <a:ext cx="2743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a:t>
            </a:r>
          </a:p>
        </p:txBody>
      </p:sp>
      <p:sp>
        <p:nvSpPr>
          <p:cNvPr id="102" name="Text 18"/>
          <p:cNvSpPr txBox="1"/>
          <p:nvPr/>
        </p:nvSpPr>
        <p:spPr>
          <a:xfrm>
            <a:off x="6705295" y="4535170"/>
            <a:ext cx="43434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r" rtl="1">
              <a:defRPr sz="1300">
                <a:solidFill>
                  <a:srgbClr val="21295C"/>
                </a:solidFill>
                <a:latin typeface="B Nazanin"/>
                <a:ea typeface="B Nazanin"/>
                <a:cs typeface="B Nazanin"/>
                <a:sym typeface="B Nazanin"/>
              </a:defRPr>
            </a:pPr>
            <a:r>
              <a:t>مدیر / پشتیبان سیستم  </a:t>
            </a:r>
            <a:r>
              <a:rPr sz="1100">
                <a:solidFill>
                  <a:srgbClr val="51607A"/>
                </a:solidFill>
              </a:rPr>
              <a:t>نگهداری و پشتیبانی فنی سامانه</a:t>
            </a:r>
          </a:p>
        </p:txBody>
      </p:sp>
      <p:sp>
        <p:nvSpPr>
          <p:cNvPr id="103" name="Shape 19"/>
          <p:cNvSpPr/>
          <p:nvPr/>
        </p:nvSpPr>
        <p:spPr>
          <a:xfrm>
            <a:off x="548640" y="1691639"/>
            <a:ext cx="5166360" cy="3246122"/>
          </a:xfrm>
          <a:prstGeom prst="roundRect">
            <a:avLst>
              <a:gd name="adj" fmla="val 2817"/>
            </a:avLst>
          </a:prstGeom>
          <a:solidFill>
            <a:srgbClr val="F4F0E8"/>
          </a:solidFill>
          <a:ln w="12700">
            <a:miter lim="400000"/>
          </a:ln>
        </p:spPr>
        <p:txBody>
          <a:bodyPr lIns="45719" rIns="45719"/>
          <a:lstStyle/>
          <a:p>
            <a:pPr/>
          </a:p>
        </p:txBody>
      </p:sp>
      <p:sp>
        <p:nvSpPr>
          <p:cNvPr id="104" name="Text 20"/>
          <p:cNvSpPr txBox="1"/>
          <p:nvPr/>
        </p:nvSpPr>
        <p:spPr>
          <a:xfrm>
            <a:off x="777240" y="1937512"/>
            <a:ext cx="470916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600">
                <a:solidFill>
                  <a:srgbClr val="21295C"/>
                </a:solidFill>
                <a:latin typeface="B Nazanin"/>
                <a:ea typeface="B Nazanin"/>
                <a:cs typeface="B Nazanin"/>
                <a:sym typeface="B Nazanin"/>
              </a:defRPr>
            </a:lvl1pPr>
          </a:lstStyle>
          <a:p>
            <a:pPr/>
            <a:r>
              <a:t>خدمات و زیرساخت‌های خارجی</a:t>
            </a:r>
          </a:p>
        </p:txBody>
      </p:sp>
      <p:sp>
        <p:nvSpPr>
          <p:cNvPr id="105" name="Shape 21"/>
          <p:cNvSpPr/>
          <p:nvPr/>
        </p:nvSpPr>
        <p:spPr>
          <a:xfrm>
            <a:off x="5303520" y="2432304"/>
            <a:ext cx="128017" cy="128017"/>
          </a:xfrm>
          <a:prstGeom prst="ellipse">
            <a:avLst/>
          </a:prstGeom>
          <a:solidFill>
            <a:srgbClr val="E8871E"/>
          </a:solidFill>
          <a:ln w="12700">
            <a:miter lim="400000"/>
          </a:ln>
        </p:spPr>
        <p:txBody>
          <a:bodyPr lIns="45719" rIns="45719"/>
          <a:lstStyle/>
          <a:p>
            <a:pPr/>
          </a:p>
        </p:txBody>
      </p:sp>
      <p:sp>
        <p:nvSpPr>
          <p:cNvPr id="106" name="Text 22"/>
          <p:cNvSpPr txBox="1"/>
          <p:nvPr/>
        </p:nvSpPr>
        <p:spPr>
          <a:xfrm>
            <a:off x="777239" y="2473197"/>
            <a:ext cx="43891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0000"/>
              </a:lnSpc>
              <a:defRPr sz="1300">
                <a:solidFill>
                  <a:srgbClr val="1A2130"/>
                </a:solidFill>
                <a:latin typeface="B Nazanin"/>
                <a:ea typeface="B Nazanin"/>
                <a:cs typeface="B Nazanin"/>
                <a:sym typeface="B Nazanin"/>
              </a:defRPr>
            </a:lvl1pPr>
          </a:lstStyle>
          <a:p>
            <a:pPr/>
            <a:r>
              <a:t>سرویس پیامک / ایمیل برای اطلاع‌رسانی</a:t>
            </a:r>
          </a:p>
        </p:txBody>
      </p:sp>
      <p:sp>
        <p:nvSpPr>
          <p:cNvPr id="107" name="Shape 23"/>
          <p:cNvSpPr/>
          <p:nvPr/>
        </p:nvSpPr>
        <p:spPr>
          <a:xfrm>
            <a:off x="5303520" y="3090672"/>
            <a:ext cx="128017" cy="128017"/>
          </a:xfrm>
          <a:prstGeom prst="ellipse">
            <a:avLst/>
          </a:prstGeom>
          <a:solidFill>
            <a:srgbClr val="E8871E"/>
          </a:solidFill>
          <a:ln w="12700">
            <a:miter lim="400000"/>
          </a:ln>
        </p:spPr>
        <p:txBody>
          <a:bodyPr lIns="45719" rIns="45719"/>
          <a:lstStyle/>
          <a:p>
            <a:pPr/>
          </a:p>
        </p:txBody>
      </p:sp>
      <p:sp>
        <p:nvSpPr>
          <p:cNvPr id="108" name="Text 24"/>
          <p:cNvSpPr txBox="1"/>
          <p:nvPr/>
        </p:nvSpPr>
        <p:spPr>
          <a:xfrm>
            <a:off x="777239" y="3131565"/>
            <a:ext cx="43891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0000"/>
              </a:lnSpc>
              <a:defRPr sz="1300">
                <a:solidFill>
                  <a:srgbClr val="1A2130"/>
                </a:solidFill>
                <a:latin typeface="B Nazanin"/>
                <a:ea typeface="B Nazanin"/>
                <a:cs typeface="B Nazanin"/>
                <a:sym typeface="B Nazanin"/>
              </a:defRPr>
            </a:lvl1pPr>
          </a:lstStyle>
          <a:p>
            <a:pPr/>
            <a:r>
              <a:t>سرویس ویدئوکنفرانس برای کلاس آنلاین</a:t>
            </a:r>
          </a:p>
        </p:txBody>
      </p:sp>
      <p:sp>
        <p:nvSpPr>
          <p:cNvPr id="109" name="Shape 25"/>
          <p:cNvSpPr/>
          <p:nvPr/>
        </p:nvSpPr>
        <p:spPr>
          <a:xfrm>
            <a:off x="5303520" y="3749040"/>
            <a:ext cx="128017" cy="128017"/>
          </a:xfrm>
          <a:prstGeom prst="ellipse">
            <a:avLst/>
          </a:prstGeom>
          <a:solidFill>
            <a:srgbClr val="E8871E"/>
          </a:solidFill>
          <a:ln w="12700">
            <a:miter lim="400000"/>
          </a:ln>
        </p:spPr>
        <p:txBody>
          <a:bodyPr lIns="45719" rIns="45719"/>
          <a:lstStyle/>
          <a:p>
            <a:pPr/>
          </a:p>
        </p:txBody>
      </p:sp>
      <p:sp>
        <p:nvSpPr>
          <p:cNvPr id="110" name="Text 26"/>
          <p:cNvSpPr txBox="1"/>
          <p:nvPr/>
        </p:nvSpPr>
        <p:spPr>
          <a:xfrm>
            <a:off x="777239" y="3789933"/>
            <a:ext cx="43891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0000"/>
              </a:lnSpc>
              <a:defRPr sz="1300">
                <a:solidFill>
                  <a:srgbClr val="1A2130"/>
                </a:solidFill>
                <a:latin typeface="B Nazanin"/>
                <a:ea typeface="B Nazanin"/>
                <a:cs typeface="B Nazanin"/>
                <a:sym typeface="B Nazanin"/>
              </a:defRPr>
            </a:lvl1pPr>
          </a:lstStyle>
          <a:p>
            <a:pPr/>
            <a:r>
              <a:t>اینترنت به‌عنوان بستر ارتباطی</a:t>
            </a:r>
          </a:p>
        </p:txBody>
      </p:sp>
      <p:sp>
        <p:nvSpPr>
          <p:cNvPr id="111" name="Shape 27"/>
          <p:cNvSpPr/>
          <p:nvPr/>
        </p:nvSpPr>
        <p:spPr>
          <a:xfrm>
            <a:off x="5303520" y="4407408"/>
            <a:ext cx="128017" cy="128017"/>
          </a:xfrm>
          <a:prstGeom prst="ellipse">
            <a:avLst/>
          </a:prstGeom>
          <a:solidFill>
            <a:srgbClr val="E8871E"/>
          </a:solidFill>
          <a:ln w="12700">
            <a:miter lim="400000"/>
          </a:ln>
        </p:spPr>
        <p:txBody>
          <a:bodyPr lIns="45719" rIns="45719"/>
          <a:lstStyle/>
          <a:p>
            <a:pPr/>
          </a:p>
        </p:txBody>
      </p:sp>
      <p:sp>
        <p:nvSpPr>
          <p:cNvPr id="112" name="Text 28"/>
          <p:cNvSpPr txBox="1"/>
          <p:nvPr/>
        </p:nvSpPr>
        <p:spPr>
          <a:xfrm>
            <a:off x="777239" y="4448301"/>
            <a:ext cx="438912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0000"/>
              </a:lnSpc>
              <a:defRPr sz="1300">
                <a:solidFill>
                  <a:srgbClr val="1A2130"/>
                </a:solidFill>
                <a:latin typeface="B Nazanin"/>
                <a:ea typeface="B Nazanin"/>
                <a:cs typeface="B Nazanin"/>
                <a:sym typeface="B Nazanin"/>
              </a:defRPr>
            </a:lvl1pPr>
          </a:lstStyle>
          <a:p>
            <a:pPr/>
            <a:r>
              <a:t>دستگاه‌های کاربر (موبایل، تبلت، رایانه)</a:t>
            </a:r>
          </a:p>
        </p:txBody>
      </p:sp>
      <p:sp>
        <p:nvSpPr>
          <p:cNvPr id="113" name="Shape 29"/>
          <p:cNvSpPr/>
          <p:nvPr/>
        </p:nvSpPr>
        <p:spPr>
          <a:xfrm>
            <a:off x="8127796" y="5212079"/>
            <a:ext cx="3515259" cy="777241"/>
          </a:xfrm>
          <a:prstGeom prst="roundRect">
            <a:avLst>
              <a:gd name="adj" fmla="val 9412"/>
            </a:avLst>
          </a:prstGeom>
          <a:solidFill>
            <a:srgbClr val="21295C"/>
          </a:solidFill>
          <a:ln w="12700">
            <a:miter lim="400000"/>
          </a:ln>
        </p:spPr>
        <p:txBody>
          <a:bodyPr lIns="45719" rIns="45719"/>
          <a:lstStyle/>
          <a:p>
            <a:pPr/>
          </a:p>
        </p:txBody>
      </p:sp>
      <p:sp>
        <p:nvSpPr>
          <p:cNvPr id="114" name="Text 30"/>
          <p:cNvSpPr txBox="1"/>
          <p:nvPr/>
        </p:nvSpPr>
        <p:spPr>
          <a:xfrm>
            <a:off x="8237525" y="5503093"/>
            <a:ext cx="3295803" cy="1952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سمت کاربر — دستگاه و مرورگر</a:t>
            </a:r>
          </a:p>
        </p:txBody>
      </p:sp>
      <p:sp>
        <p:nvSpPr>
          <p:cNvPr id="115" name="Shape 31"/>
          <p:cNvSpPr/>
          <p:nvPr/>
        </p:nvSpPr>
        <p:spPr>
          <a:xfrm>
            <a:off x="4338218" y="5212079"/>
            <a:ext cx="3515259" cy="777241"/>
          </a:xfrm>
          <a:prstGeom prst="roundRect">
            <a:avLst>
              <a:gd name="adj" fmla="val 9412"/>
            </a:avLst>
          </a:prstGeom>
          <a:solidFill>
            <a:srgbClr val="21295C"/>
          </a:solidFill>
          <a:ln w="12700">
            <a:miter lim="400000"/>
          </a:ln>
        </p:spPr>
        <p:txBody>
          <a:bodyPr lIns="45719" rIns="45719"/>
          <a:lstStyle/>
          <a:p>
            <a:pPr/>
          </a:p>
        </p:txBody>
      </p:sp>
      <p:sp>
        <p:nvSpPr>
          <p:cNvPr id="116" name="Text 32"/>
          <p:cNvSpPr txBox="1"/>
          <p:nvPr/>
        </p:nvSpPr>
        <p:spPr>
          <a:xfrm>
            <a:off x="4447945" y="5503093"/>
            <a:ext cx="3295803" cy="1952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سمت شبکه — اینترنت و اتصال</a:t>
            </a:r>
          </a:p>
        </p:txBody>
      </p:sp>
      <p:sp>
        <p:nvSpPr>
          <p:cNvPr id="117" name="Shape 33"/>
          <p:cNvSpPr/>
          <p:nvPr/>
        </p:nvSpPr>
        <p:spPr>
          <a:xfrm>
            <a:off x="548640" y="5212079"/>
            <a:ext cx="3515258" cy="777241"/>
          </a:xfrm>
          <a:prstGeom prst="roundRect">
            <a:avLst>
              <a:gd name="adj" fmla="val 9412"/>
            </a:avLst>
          </a:prstGeom>
          <a:solidFill>
            <a:srgbClr val="21295C"/>
          </a:solidFill>
          <a:ln w="12700">
            <a:miter lim="400000"/>
          </a:ln>
        </p:spPr>
        <p:txBody>
          <a:bodyPr lIns="45719" rIns="45719"/>
          <a:lstStyle/>
          <a:p>
            <a:pPr/>
          </a:p>
        </p:txBody>
      </p:sp>
      <p:sp>
        <p:nvSpPr>
          <p:cNvPr id="118" name="Text 34"/>
          <p:cNvSpPr txBox="1"/>
          <p:nvPr/>
        </p:nvSpPr>
        <p:spPr>
          <a:xfrm>
            <a:off x="658368" y="5503093"/>
            <a:ext cx="3295802" cy="1952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سمت زیرساخت — سرور و پایگاه داده</a:t>
            </a:r>
          </a:p>
        </p:txBody>
      </p:sp>
      <p:sp>
        <p:nvSpPr>
          <p:cNvPr id="119" name="Text 35"/>
          <p:cNvSpPr txBox="1"/>
          <p:nvPr/>
        </p:nvSpPr>
        <p:spPr>
          <a:xfrm>
            <a:off x="548639" y="6239509"/>
            <a:ext cx="1109441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100">
                <a:solidFill>
                  <a:srgbClr val="51607A"/>
                </a:solidFill>
                <a:latin typeface="B Nazanin"/>
                <a:ea typeface="B Nazanin"/>
                <a:cs typeface="B Nazanin"/>
                <a:sym typeface="B Nazanin"/>
              </a:defRPr>
            </a:lvl1pPr>
          </a:lstStyle>
          <a:p>
            <a:pPr/>
            <a:r>
              <a:t>محیط عملیاتی سیستم شامل این سه بستر است که اجرای سامانه را ممکن می‌سازند.</a:t>
            </a:r>
          </a:p>
        </p:txBody>
      </p:sp>
      <p:sp>
        <p:nvSpPr>
          <p:cNvPr id="120" name="Text 36"/>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ext 0"/>
          <p:cNvSpPr txBox="1"/>
          <p:nvPr/>
        </p:nvSpPr>
        <p:spPr>
          <a:xfrm>
            <a:off x="548639" y="478232"/>
            <a:ext cx="11094417" cy="2322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مدل یکپارچهٔ سه‌گانه</a:t>
            </a:r>
          </a:p>
        </p:txBody>
      </p:sp>
      <p:sp>
        <p:nvSpPr>
          <p:cNvPr id="123"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مدل سیستم: انسان، نرم‌افزار، سخت‌افزار</a:t>
            </a:r>
          </a:p>
        </p:txBody>
      </p:sp>
      <p:sp>
        <p:nvSpPr>
          <p:cNvPr id="124" name="Text 2"/>
          <p:cNvSpPr txBox="1"/>
          <p:nvPr/>
        </p:nvSpPr>
        <p:spPr>
          <a:xfrm>
            <a:off x="548639" y="1606778"/>
            <a:ext cx="11094417" cy="4806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20000"/>
              </a:lnSpc>
              <a:defRPr sz="1400">
                <a:solidFill>
                  <a:srgbClr val="51607A"/>
                </a:solidFill>
                <a:latin typeface="B Nazanin"/>
                <a:ea typeface="B Nazanin"/>
                <a:cs typeface="B Nazanin"/>
                <a:sym typeface="B Nazanin"/>
              </a:defRPr>
            </a:lvl1pPr>
          </a:lstStyle>
          <a:p>
            <a:pPr/>
            <a:r>
              <a:t>برای درک واقعی عملکرد پلتفرم، لازم است سیستم فراتر از کدنویسی، در قالب سه رکن اصلی بررسی شود: نیاز آموزشی ابتدا در لایهٔ انسانی شکل می‌گیرد، توسط لایهٔ نرم‌افزاری پردازش می‌شود و سرانجام بر بستر سخت‌افزاری به نتیجه می‌رسد.</a:t>
            </a:r>
          </a:p>
        </p:txBody>
      </p:sp>
      <p:sp>
        <p:nvSpPr>
          <p:cNvPr id="125" name="Shape 3"/>
          <p:cNvSpPr/>
          <p:nvPr/>
        </p:nvSpPr>
        <p:spPr>
          <a:xfrm>
            <a:off x="8214055" y="2377439"/>
            <a:ext cx="3429001" cy="3703322"/>
          </a:xfrm>
          <a:prstGeom prst="roundRect">
            <a:avLst>
              <a:gd name="adj" fmla="val 2667"/>
            </a:avLst>
          </a:prstGeom>
          <a:solidFill>
            <a:srgbClr val="E8F1F5"/>
          </a:solidFill>
          <a:ln w="12700">
            <a:miter lim="400000"/>
          </a:ln>
        </p:spPr>
        <p:txBody>
          <a:bodyPr lIns="45719" rIns="45719"/>
          <a:lstStyle/>
          <a:p>
            <a:pPr/>
          </a:p>
        </p:txBody>
      </p:sp>
      <p:sp>
        <p:nvSpPr>
          <p:cNvPr id="126" name="Shape 4"/>
          <p:cNvSpPr/>
          <p:nvPr/>
        </p:nvSpPr>
        <p:spPr>
          <a:xfrm>
            <a:off x="8214055" y="2377439"/>
            <a:ext cx="3429001" cy="777241"/>
          </a:xfrm>
          <a:prstGeom prst="roundRect">
            <a:avLst>
              <a:gd name="adj" fmla="val 11765"/>
            </a:avLst>
          </a:prstGeom>
          <a:solidFill>
            <a:srgbClr val="1C7293"/>
          </a:solidFill>
          <a:ln w="12700">
            <a:miter lim="400000"/>
          </a:ln>
        </p:spPr>
        <p:txBody>
          <a:bodyPr lIns="45719" rIns="45719"/>
          <a:lstStyle/>
          <a:p>
            <a:pPr/>
          </a:p>
        </p:txBody>
      </p:sp>
      <p:sp>
        <p:nvSpPr>
          <p:cNvPr id="127" name="Shape 5"/>
          <p:cNvSpPr/>
          <p:nvPr/>
        </p:nvSpPr>
        <p:spPr>
          <a:xfrm>
            <a:off x="8214055" y="2880360"/>
            <a:ext cx="3429001" cy="274321"/>
          </a:xfrm>
          <a:prstGeom prst="rect">
            <a:avLst/>
          </a:prstGeom>
          <a:solidFill>
            <a:srgbClr val="1C7293"/>
          </a:solidFill>
          <a:ln w="12700">
            <a:miter lim="400000"/>
          </a:ln>
        </p:spPr>
        <p:txBody>
          <a:bodyPr lIns="45719" rIns="45719"/>
          <a:lstStyle/>
          <a:p>
            <a:pPr/>
          </a:p>
        </p:txBody>
      </p:sp>
      <p:sp>
        <p:nvSpPr>
          <p:cNvPr id="128" name="Shape 6"/>
          <p:cNvSpPr/>
          <p:nvPr/>
        </p:nvSpPr>
        <p:spPr>
          <a:xfrm>
            <a:off x="11076127" y="2542032"/>
            <a:ext cx="457201" cy="457201"/>
          </a:xfrm>
          <a:prstGeom prst="ellipse">
            <a:avLst/>
          </a:prstGeom>
          <a:solidFill>
            <a:srgbClr val="FFFFFF"/>
          </a:solidFill>
          <a:ln w="12700">
            <a:miter lim="400000"/>
          </a:ln>
        </p:spPr>
        <p:txBody>
          <a:bodyPr lIns="45719" rIns="45719"/>
          <a:lstStyle/>
          <a:p>
            <a:pPr/>
          </a:p>
        </p:txBody>
      </p:sp>
      <p:sp>
        <p:nvSpPr>
          <p:cNvPr id="129" name="Text 7"/>
          <p:cNvSpPr txBox="1"/>
          <p:nvPr/>
        </p:nvSpPr>
        <p:spPr>
          <a:xfrm>
            <a:off x="11076127" y="2688082"/>
            <a:ext cx="457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C7293"/>
                </a:solidFill>
                <a:latin typeface="B Nazanin"/>
                <a:ea typeface="B Nazanin"/>
                <a:cs typeface="B Nazanin"/>
                <a:sym typeface="B Nazanin"/>
              </a:defRPr>
            </a:lvl1pPr>
          </a:lstStyle>
          <a:p>
            <a:pPr/>
            <a:r>
              <a:t>1</a:t>
            </a:r>
          </a:p>
        </p:txBody>
      </p:sp>
      <p:sp>
        <p:nvSpPr>
          <p:cNvPr id="130" name="Text 8"/>
          <p:cNvSpPr txBox="1"/>
          <p:nvPr/>
        </p:nvSpPr>
        <p:spPr>
          <a:xfrm>
            <a:off x="8396934" y="2645409"/>
            <a:ext cx="26060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900">
                <a:solidFill>
                  <a:srgbClr val="FFFFFF"/>
                </a:solidFill>
                <a:latin typeface="B Nazanin"/>
                <a:ea typeface="B Nazanin"/>
                <a:cs typeface="B Nazanin"/>
                <a:sym typeface="B Nazanin"/>
              </a:defRPr>
            </a:lvl1pPr>
          </a:lstStyle>
          <a:p>
            <a:pPr/>
            <a:r>
              <a:t>لایه انسانی</a:t>
            </a:r>
          </a:p>
        </p:txBody>
      </p:sp>
      <p:sp>
        <p:nvSpPr>
          <p:cNvPr id="131" name="Text 9"/>
          <p:cNvSpPr txBox="1"/>
          <p:nvPr/>
        </p:nvSpPr>
        <p:spPr>
          <a:xfrm>
            <a:off x="8415222" y="3291840"/>
            <a:ext cx="3026665" cy="5778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25000"/>
              </a:lnSpc>
              <a:defRPr sz="1300">
                <a:solidFill>
                  <a:srgbClr val="1A2130"/>
                </a:solidFill>
                <a:latin typeface="B Nazanin"/>
                <a:ea typeface="B Nazanin"/>
                <a:cs typeface="B Nazanin"/>
                <a:sym typeface="B Nazanin"/>
              </a:defRPr>
            </a:lvl1pPr>
          </a:lstStyle>
          <a:p>
            <a:pPr/>
            <a:r>
              <a:t>معلم، دانش‌آموز، مدیر مدرسه، والدین و مدیر سیستم؛ هرکدام با نقش و سطح دسترسی متفاوت. تعامل شامل آموزش، یادگیری، ارزیابی و نظارت است.</a:t>
            </a:r>
          </a:p>
        </p:txBody>
      </p:sp>
      <p:sp>
        <p:nvSpPr>
          <p:cNvPr id="132" name="Shape 10"/>
          <p:cNvSpPr/>
          <p:nvPr/>
        </p:nvSpPr>
        <p:spPr>
          <a:xfrm>
            <a:off x="4529023" y="2377439"/>
            <a:ext cx="3429001" cy="3703322"/>
          </a:xfrm>
          <a:prstGeom prst="roundRect">
            <a:avLst>
              <a:gd name="adj" fmla="val 2667"/>
            </a:avLst>
          </a:prstGeom>
          <a:solidFill>
            <a:srgbClr val="E8F1F5"/>
          </a:solidFill>
          <a:ln w="12700">
            <a:miter lim="400000"/>
          </a:ln>
        </p:spPr>
        <p:txBody>
          <a:bodyPr lIns="45719" rIns="45719"/>
          <a:lstStyle/>
          <a:p>
            <a:pPr/>
          </a:p>
        </p:txBody>
      </p:sp>
      <p:sp>
        <p:nvSpPr>
          <p:cNvPr id="133" name="Shape 11"/>
          <p:cNvSpPr/>
          <p:nvPr/>
        </p:nvSpPr>
        <p:spPr>
          <a:xfrm>
            <a:off x="4529023" y="2377439"/>
            <a:ext cx="3429001" cy="777241"/>
          </a:xfrm>
          <a:prstGeom prst="roundRect">
            <a:avLst>
              <a:gd name="adj" fmla="val 11765"/>
            </a:avLst>
          </a:prstGeom>
          <a:solidFill>
            <a:srgbClr val="065A82"/>
          </a:solidFill>
          <a:ln w="12700">
            <a:miter lim="400000"/>
          </a:ln>
        </p:spPr>
        <p:txBody>
          <a:bodyPr lIns="45719" rIns="45719"/>
          <a:lstStyle/>
          <a:p>
            <a:pPr/>
          </a:p>
        </p:txBody>
      </p:sp>
      <p:sp>
        <p:nvSpPr>
          <p:cNvPr id="134" name="Shape 12"/>
          <p:cNvSpPr/>
          <p:nvPr/>
        </p:nvSpPr>
        <p:spPr>
          <a:xfrm>
            <a:off x="4529023" y="2880360"/>
            <a:ext cx="3429001" cy="274321"/>
          </a:xfrm>
          <a:prstGeom prst="rect">
            <a:avLst/>
          </a:prstGeom>
          <a:solidFill>
            <a:srgbClr val="065A82"/>
          </a:solidFill>
          <a:ln w="12700">
            <a:miter lim="400000"/>
          </a:ln>
        </p:spPr>
        <p:txBody>
          <a:bodyPr lIns="45719" rIns="45719"/>
          <a:lstStyle/>
          <a:p>
            <a:pPr/>
          </a:p>
        </p:txBody>
      </p:sp>
      <p:sp>
        <p:nvSpPr>
          <p:cNvPr id="135" name="Shape 13"/>
          <p:cNvSpPr/>
          <p:nvPr/>
        </p:nvSpPr>
        <p:spPr>
          <a:xfrm>
            <a:off x="7391095" y="2542032"/>
            <a:ext cx="457201" cy="457201"/>
          </a:xfrm>
          <a:prstGeom prst="ellipse">
            <a:avLst/>
          </a:prstGeom>
          <a:solidFill>
            <a:srgbClr val="FFFFFF"/>
          </a:solidFill>
          <a:ln w="12700">
            <a:miter lim="400000"/>
          </a:ln>
        </p:spPr>
        <p:txBody>
          <a:bodyPr lIns="45719" rIns="45719"/>
          <a:lstStyle/>
          <a:p>
            <a:pPr/>
          </a:p>
        </p:txBody>
      </p:sp>
      <p:sp>
        <p:nvSpPr>
          <p:cNvPr id="136" name="Text 14"/>
          <p:cNvSpPr txBox="1"/>
          <p:nvPr/>
        </p:nvSpPr>
        <p:spPr>
          <a:xfrm>
            <a:off x="7391095" y="2688082"/>
            <a:ext cx="457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065A82"/>
                </a:solidFill>
                <a:latin typeface="B Nazanin"/>
                <a:ea typeface="B Nazanin"/>
                <a:cs typeface="B Nazanin"/>
                <a:sym typeface="B Nazanin"/>
              </a:defRPr>
            </a:lvl1pPr>
          </a:lstStyle>
          <a:p>
            <a:pPr/>
            <a:r>
              <a:t>2</a:t>
            </a:r>
          </a:p>
        </p:txBody>
      </p:sp>
      <p:sp>
        <p:nvSpPr>
          <p:cNvPr id="137" name="Text 15"/>
          <p:cNvSpPr txBox="1"/>
          <p:nvPr/>
        </p:nvSpPr>
        <p:spPr>
          <a:xfrm>
            <a:off x="4711903" y="2645409"/>
            <a:ext cx="26060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900">
                <a:solidFill>
                  <a:srgbClr val="FFFFFF"/>
                </a:solidFill>
                <a:latin typeface="B Nazanin"/>
                <a:ea typeface="B Nazanin"/>
                <a:cs typeface="B Nazanin"/>
                <a:sym typeface="B Nazanin"/>
              </a:defRPr>
            </a:lvl1pPr>
          </a:lstStyle>
          <a:p>
            <a:pPr/>
            <a:r>
              <a:t>لایه نرم‌افزاری</a:t>
            </a:r>
          </a:p>
        </p:txBody>
      </p:sp>
      <p:sp>
        <p:nvSpPr>
          <p:cNvPr id="138" name="Text 16"/>
          <p:cNvSpPr txBox="1"/>
          <p:nvPr/>
        </p:nvSpPr>
        <p:spPr>
          <a:xfrm>
            <a:off x="4730191" y="3291840"/>
            <a:ext cx="3026665" cy="720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25000"/>
              </a:lnSpc>
              <a:defRPr sz="1300">
                <a:solidFill>
                  <a:srgbClr val="1A2130"/>
                </a:solidFill>
                <a:latin typeface="B Nazanin"/>
                <a:ea typeface="B Nazanin"/>
                <a:cs typeface="B Nazanin"/>
                <a:sym typeface="B Nazanin"/>
              </a:defRPr>
            </a:lvl1pPr>
          </a:lstStyle>
          <a:p>
            <a:pPr/>
            <a:r>
              <a:t>شامل Frontend (نمایش اطلاعات و دریافت دستور) و Backend/Database (پردازش، احراز هویت، برگزاری کلاس زنده و ذخیره‌سازی داده‌ها).</a:t>
            </a:r>
          </a:p>
        </p:txBody>
      </p:sp>
      <p:sp>
        <p:nvSpPr>
          <p:cNvPr id="139" name="Shape 17"/>
          <p:cNvSpPr/>
          <p:nvPr/>
        </p:nvSpPr>
        <p:spPr>
          <a:xfrm>
            <a:off x="843991" y="2377439"/>
            <a:ext cx="3429001" cy="3703322"/>
          </a:xfrm>
          <a:prstGeom prst="roundRect">
            <a:avLst>
              <a:gd name="adj" fmla="val 2667"/>
            </a:avLst>
          </a:prstGeom>
          <a:solidFill>
            <a:srgbClr val="E8F1F5"/>
          </a:solidFill>
          <a:ln w="12700">
            <a:miter lim="400000"/>
          </a:ln>
        </p:spPr>
        <p:txBody>
          <a:bodyPr lIns="45719" rIns="45719"/>
          <a:lstStyle/>
          <a:p>
            <a:pPr/>
          </a:p>
        </p:txBody>
      </p:sp>
      <p:sp>
        <p:nvSpPr>
          <p:cNvPr id="140" name="Shape 18"/>
          <p:cNvSpPr/>
          <p:nvPr/>
        </p:nvSpPr>
        <p:spPr>
          <a:xfrm>
            <a:off x="843991" y="2377439"/>
            <a:ext cx="3429001" cy="777241"/>
          </a:xfrm>
          <a:prstGeom prst="roundRect">
            <a:avLst>
              <a:gd name="adj" fmla="val 11765"/>
            </a:avLst>
          </a:prstGeom>
          <a:solidFill>
            <a:srgbClr val="21295C"/>
          </a:solidFill>
          <a:ln w="12700">
            <a:miter lim="400000"/>
          </a:ln>
        </p:spPr>
        <p:txBody>
          <a:bodyPr lIns="45719" rIns="45719"/>
          <a:lstStyle/>
          <a:p>
            <a:pPr/>
          </a:p>
        </p:txBody>
      </p:sp>
      <p:sp>
        <p:nvSpPr>
          <p:cNvPr id="141" name="Shape 19"/>
          <p:cNvSpPr/>
          <p:nvPr/>
        </p:nvSpPr>
        <p:spPr>
          <a:xfrm>
            <a:off x="843991" y="2880360"/>
            <a:ext cx="3429001" cy="274321"/>
          </a:xfrm>
          <a:prstGeom prst="rect">
            <a:avLst/>
          </a:prstGeom>
          <a:solidFill>
            <a:srgbClr val="21295C"/>
          </a:solidFill>
          <a:ln w="12700">
            <a:miter lim="400000"/>
          </a:ln>
        </p:spPr>
        <p:txBody>
          <a:bodyPr lIns="45719" rIns="45719"/>
          <a:lstStyle/>
          <a:p>
            <a:pPr/>
          </a:p>
        </p:txBody>
      </p:sp>
      <p:sp>
        <p:nvSpPr>
          <p:cNvPr id="142" name="Shape 20"/>
          <p:cNvSpPr/>
          <p:nvPr/>
        </p:nvSpPr>
        <p:spPr>
          <a:xfrm>
            <a:off x="3706062" y="2542032"/>
            <a:ext cx="457201" cy="457201"/>
          </a:xfrm>
          <a:prstGeom prst="ellipse">
            <a:avLst/>
          </a:prstGeom>
          <a:solidFill>
            <a:srgbClr val="FFFFFF"/>
          </a:solidFill>
          <a:ln w="12700">
            <a:miter lim="400000"/>
          </a:ln>
        </p:spPr>
        <p:txBody>
          <a:bodyPr lIns="45719" rIns="45719"/>
          <a:lstStyle/>
          <a:p>
            <a:pPr/>
          </a:p>
        </p:txBody>
      </p:sp>
      <p:sp>
        <p:nvSpPr>
          <p:cNvPr id="143" name="Text 21"/>
          <p:cNvSpPr txBox="1"/>
          <p:nvPr/>
        </p:nvSpPr>
        <p:spPr>
          <a:xfrm>
            <a:off x="3706062" y="2688082"/>
            <a:ext cx="4572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21295C"/>
                </a:solidFill>
                <a:latin typeface="B Nazanin"/>
                <a:ea typeface="B Nazanin"/>
                <a:cs typeface="B Nazanin"/>
                <a:sym typeface="B Nazanin"/>
              </a:defRPr>
            </a:lvl1pPr>
          </a:lstStyle>
          <a:p>
            <a:pPr/>
            <a:r>
              <a:t>3</a:t>
            </a:r>
          </a:p>
        </p:txBody>
      </p:sp>
      <p:sp>
        <p:nvSpPr>
          <p:cNvPr id="144" name="Text 22"/>
          <p:cNvSpPr txBox="1"/>
          <p:nvPr/>
        </p:nvSpPr>
        <p:spPr>
          <a:xfrm>
            <a:off x="1026871" y="2645409"/>
            <a:ext cx="26060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900">
                <a:solidFill>
                  <a:srgbClr val="FFFFFF"/>
                </a:solidFill>
                <a:latin typeface="B Nazanin"/>
                <a:ea typeface="B Nazanin"/>
                <a:cs typeface="B Nazanin"/>
                <a:sym typeface="B Nazanin"/>
              </a:defRPr>
            </a:lvl1pPr>
          </a:lstStyle>
          <a:p>
            <a:pPr/>
            <a:r>
              <a:t>لایه سخت‌افزاری</a:t>
            </a:r>
          </a:p>
        </p:txBody>
      </p:sp>
      <p:sp>
        <p:nvSpPr>
          <p:cNvPr id="145" name="Text 23"/>
          <p:cNvSpPr txBox="1"/>
          <p:nvPr/>
        </p:nvSpPr>
        <p:spPr>
          <a:xfrm>
            <a:off x="1045158" y="3291840"/>
            <a:ext cx="3026666" cy="3714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lnSpc>
                <a:spcPct val="125000"/>
              </a:lnSpc>
              <a:defRPr sz="1300">
                <a:solidFill>
                  <a:srgbClr val="1A2130"/>
                </a:solidFill>
                <a:latin typeface="B Nazanin"/>
                <a:ea typeface="B Nazanin"/>
                <a:cs typeface="B Nazanin"/>
                <a:sym typeface="B Nazanin"/>
              </a:defRPr>
            </a:lvl1pPr>
          </a:lstStyle>
          <a:p>
            <a:pPr/>
            <a:r>
              <a:t>دستگاه‌های کاربر، زیرساخت شبکه (مودم و اینترنت) و مرکز داده/سرورها با قابلیت اطمینان بالا و مقیاس‌پذیری.</a:t>
            </a:r>
          </a:p>
        </p:txBody>
      </p:sp>
      <p:sp>
        <p:nvSpPr>
          <p:cNvPr id="146" name="Text 24"/>
          <p:cNvSpPr txBox="1"/>
          <p:nvPr/>
        </p:nvSpPr>
        <p:spPr>
          <a:xfrm>
            <a:off x="548639" y="6359812"/>
            <a:ext cx="11094417" cy="1734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100">
                <a:solidFill>
                  <a:srgbClr val="51607A"/>
                </a:solidFill>
                <a:latin typeface="B Nazanin"/>
                <a:ea typeface="B Nazanin"/>
                <a:cs typeface="B Nazanin"/>
                <a:sym typeface="B Nazanin"/>
              </a:defRPr>
            </a:lvl1pPr>
          </a:lstStyle>
          <a:p>
            <a:pPr/>
            <a:r>
              <a:t>زنجیرهٔ ارتباط: نقص در هر لایه (کمبود پهنای باند، خطای منطقی، ناکافی بودن منابع سرور) کل فرآیند را مختل می‌کند.</a:t>
            </a:r>
          </a:p>
        </p:txBody>
      </p:sp>
      <p:sp>
        <p:nvSpPr>
          <p:cNvPr id="147" name="Text 25"/>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نمودار بلوکی سیستم</a:t>
            </a:r>
          </a:p>
        </p:txBody>
      </p:sp>
      <p:sp>
        <p:nvSpPr>
          <p:cNvPr id="150" name="Text 1"/>
          <p:cNvSpPr txBox="1"/>
          <p:nvPr/>
        </p:nvSpPr>
        <p:spPr>
          <a:xfrm>
            <a:off x="548639" y="892901"/>
            <a:ext cx="11094417" cy="5367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نمودار بلوکی سه‌لایه انسان ← نرم‌افزار ← سخت‌افزار</a:t>
            </a:r>
          </a:p>
        </p:txBody>
      </p:sp>
      <p:sp>
        <p:nvSpPr>
          <p:cNvPr id="151" name="Shape 2"/>
          <p:cNvSpPr/>
          <p:nvPr/>
        </p:nvSpPr>
        <p:spPr>
          <a:xfrm>
            <a:off x="1280160" y="1691639"/>
            <a:ext cx="9631375" cy="1051561"/>
          </a:xfrm>
          <a:prstGeom prst="roundRect">
            <a:avLst>
              <a:gd name="adj" fmla="val 6957"/>
            </a:avLst>
          </a:prstGeom>
          <a:solidFill>
            <a:srgbClr val="1C7293"/>
          </a:solidFill>
          <a:ln w="12700">
            <a:miter lim="400000"/>
          </a:ln>
        </p:spPr>
        <p:txBody>
          <a:bodyPr lIns="45719" rIns="45719"/>
          <a:lstStyle/>
          <a:p>
            <a:pPr/>
          </a:p>
        </p:txBody>
      </p:sp>
      <p:sp>
        <p:nvSpPr>
          <p:cNvPr id="152" name="Text 3"/>
          <p:cNvSpPr txBox="1"/>
          <p:nvPr/>
        </p:nvSpPr>
        <p:spPr>
          <a:xfrm>
            <a:off x="1463039" y="1858772"/>
            <a:ext cx="23774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FFFFFF"/>
                </a:solidFill>
                <a:latin typeface="B Nazanin"/>
                <a:ea typeface="B Nazanin"/>
                <a:cs typeface="B Nazanin"/>
                <a:sym typeface="B Nazanin"/>
              </a:defRPr>
            </a:lvl1pPr>
          </a:lstStyle>
          <a:p>
            <a:pPr/>
            <a:r>
              <a:t>لایه انسانی</a:t>
            </a:r>
          </a:p>
        </p:txBody>
      </p:sp>
      <p:sp>
        <p:nvSpPr>
          <p:cNvPr id="153" name="Shape 4"/>
          <p:cNvSpPr/>
          <p:nvPr/>
        </p:nvSpPr>
        <p:spPr>
          <a:xfrm>
            <a:off x="8985260" y="2194560"/>
            <a:ext cx="1743396" cy="438913"/>
          </a:xfrm>
          <a:prstGeom prst="roundRect">
            <a:avLst>
              <a:gd name="adj" fmla="val 12500"/>
            </a:avLst>
          </a:prstGeom>
          <a:solidFill>
            <a:srgbClr val="2E8A9C"/>
          </a:solidFill>
          <a:ln w="12700">
            <a:miter lim="400000"/>
          </a:ln>
        </p:spPr>
        <p:txBody>
          <a:bodyPr lIns="45719" rIns="45719"/>
          <a:lstStyle/>
          <a:p>
            <a:pPr/>
          </a:p>
        </p:txBody>
      </p:sp>
      <p:sp>
        <p:nvSpPr>
          <p:cNvPr id="154" name="Text 5"/>
          <p:cNvSpPr txBox="1"/>
          <p:nvPr/>
        </p:nvSpPr>
        <p:spPr>
          <a:xfrm>
            <a:off x="8985260" y="2344166"/>
            <a:ext cx="174339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FFFFFF"/>
                </a:solidFill>
                <a:latin typeface="B Nazanin"/>
                <a:ea typeface="B Nazanin"/>
                <a:cs typeface="B Nazanin"/>
                <a:sym typeface="B Nazanin"/>
              </a:defRPr>
            </a:lvl1pPr>
          </a:lstStyle>
          <a:p>
            <a:pPr/>
            <a:r>
              <a:t>دانش‌آموز</a:t>
            </a:r>
          </a:p>
        </p:txBody>
      </p:sp>
      <p:sp>
        <p:nvSpPr>
          <p:cNvPr id="155" name="Shape 6"/>
          <p:cNvSpPr/>
          <p:nvPr/>
        </p:nvSpPr>
        <p:spPr>
          <a:xfrm>
            <a:off x="7104705" y="2194560"/>
            <a:ext cx="1743396" cy="438913"/>
          </a:xfrm>
          <a:prstGeom prst="roundRect">
            <a:avLst>
              <a:gd name="adj" fmla="val 12500"/>
            </a:avLst>
          </a:prstGeom>
          <a:solidFill>
            <a:srgbClr val="2E8A9C"/>
          </a:solidFill>
          <a:ln w="12700">
            <a:miter lim="400000"/>
          </a:ln>
        </p:spPr>
        <p:txBody>
          <a:bodyPr lIns="45719" rIns="45719"/>
          <a:lstStyle/>
          <a:p>
            <a:pPr/>
          </a:p>
        </p:txBody>
      </p:sp>
      <p:sp>
        <p:nvSpPr>
          <p:cNvPr id="156" name="Text 7"/>
          <p:cNvSpPr txBox="1"/>
          <p:nvPr/>
        </p:nvSpPr>
        <p:spPr>
          <a:xfrm>
            <a:off x="7104705" y="2344166"/>
            <a:ext cx="174339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FFFFFF"/>
                </a:solidFill>
                <a:latin typeface="B Nazanin"/>
                <a:ea typeface="B Nazanin"/>
                <a:cs typeface="B Nazanin"/>
                <a:sym typeface="B Nazanin"/>
              </a:defRPr>
            </a:lvl1pPr>
          </a:lstStyle>
          <a:p>
            <a:pPr/>
            <a:r>
              <a:t>معلم</a:t>
            </a:r>
          </a:p>
        </p:txBody>
      </p:sp>
      <p:sp>
        <p:nvSpPr>
          <p:cNvPr id="157" name="Shape 8"/>
          <p:cNvSpPr/>
          <p:nvPr/>
        </p:nvSpPr>
        <p:spPr>
          <a:xfrm>
            <a:off x="5224150" y="2194560"/>
            <a:ext cx="1743396" cy="438913"/>
          </a:xfrm>
          <a:prstGeom prst="roundRect">
            <a:avLst>
              <a:gd name="adj" fmla="val 12500"/>
            </a:avLst>
          </a:prstGeom>
          <a:solidFill>
            <a:srgbClr val="2E8A9C"/>
          </a:solidFill>
          <a:ln w="12700">
            <a:miter lim="400000"/>
          </a:ln>
        </p:spPr>
        <p:txBody>
          <a:bodyPr lIns="45719" rIns="45719"/>
          <a:lstStyle/>
          <a:p>
            <a:pPr/>
          </a:p>
        </p:txBody>
      </p:sp>
      <p:sp>
        <p:nvSpPr>
          <p:cNvPr id="158" name="Text 9"/>
          <p:cNvSpPr txBox="1"/>
          <p:nvPr/>
        </p:nvSpPr>
        <p:spPr>
          <a:xfrm>
            <a:off x="5224150" y="2344166"/>
            <a:ext cx="174339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FFFFFF"/>
                </a:solidFill>
                <a:latin typeface="B Nazanin"/>
                <a:ea typeface="B Nazanin"/>
                <a:cs typeface="B Nazanin"/>
                <a:sym typeface="B Nazanin"/>
              </a:defRPr>
            </a:lvl1pPr>
          </a:lstStyle>
          <a:p>
            <a:pPr/>
            <a:r>
              <a:t>مدیر مدرسه</a:t>
            </a:r>
          </a:p>
        </p:txBody>
      </p:sp>
      <p:sp>
        <p:nvSpPr>
          <p:cNvPr id="159" name="Shape 10"/>
          <p:cNvSpPr/>
          <p:nvPr/>
        </p:nvSpPr>
        <p:spPr>
          <a:xfrm>
            <a:off x="3343595" y="2194560"/>
            <a:ext cx="1743396" cy="438913"/>
          </a:xfrm>
          <a:prstGeom prst="roundRect">
            <a:avLst>
              <a:gd name="adj" fmla="val 12500"/>
            </a:avLst>
          </a:prstGeom>
          <a:solidFill>
            <a:srgbClr val="2E8A9C"/>
          </a:solidFill>
          <a:ln w="12700">
            <a:miter lim="400000"/>
          </a:ln>
        </p:spPr>
        <p:txBody>
          <a:bodyPr lIns="45719" rIns="45719"/>
          <a:lstStyle/>
          <a:p>
            <a:pPr/>
          </a:p>
        </p:txBody>
      </p:sp>
      <p:sp>
        <p:nvSpPr>
          <p:cNvPr id="160" name="Text 11"/>
          <p:cNvSpPr txBox="1"/>
          <p:nvPr/>
        </p:nvSpPr>
        <p:spPr>
          <a:xfrm>
            <a:off x="3343595" y="2344166"/>
            <a:ext cx="174339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FFFFFF"/>
                </a:solidFill>
                <a:latin typeface="B Nazanin"/>
                <a:ea typeface="B Nazanin"/>
                <a:cs typeface="B Nazanin"/>
                <a:sym typeface="B Nazanin"/>
              </a:defRPr>
            </a:lvl1pPr>
          </a:lstStyle>
          <a:p>
            <a:pPr/>
            <a:r>
              <a:t>والدین</a:t>
            </a:r>
          </a:p>
        </p:txBody>
      </p:sp>
      <p:sp>
        <p:nvSpPr>
          <p:cNvPr id="161" name="Shape 12"/>
          <p:cNvSpPr/>
          <p:nvPr/>
        </p:nvSpPr>
        <p:spPr>
          <a:xfrm>
            <a:off x="1463039" y="2194560"/>
            <a:ext cx="1743396" cy="438913"/>
          </a:xfrm>
          <a:prstGeom prst="roundRect">
            <a:avLst>
              <a:gd name="adj" fmla="val 12500"/>
            </a:avLst>
          </a:prstGeom>
          <a:solidFill>
            <a:srgbClr val="2E8A9C"/>
          </a:solidFill>
          <a:ln w="12700">
            <a:miter lim="400000"/>
          </a:ln>
        </p:spPr>
        <p:txBody>
          <a:bodyPr lIns="45719" rIns="45719"/>
          <a:lstStyle/>
          <a:p>
            <a:pPr/>
          </a:p>
        </p:txBody>
      </p:sp>
      <p:sp>
        <p:nvSpPr>
          <p:cNvPr id="162" name="Text 13"/>
          <p:cNvSpPr txBox="1"/>
          <p:nvPr/>
        </p:nvSpPr>
        <p:spPr>
          <a:xfrm>
            <a:off x="1463039" y="2344166"/>
            <a:ext cx="174339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FFFFFF"/>
                </a:solidFill>
                <a:latin typeface="B Nazanin"/>
                <a:ea typeface="B Nazanin"/>
                <a:cs typeface="B Nazanin"/>
                <a:sym typeface="B Nazanin"/>
              </a:defRPr>
            </a:lvl1pPr>
          </a:lstStyle>
          <a:p>
            <a:pPr/>
            <a:r>
              <a:t>مدیر سیستم</a:t>
            </a:r>
          </a:p>
        </p:txBody>
      </p:sp>
      <p:sp>
        <p:nvSpPr>
          <p:cNvPr id="163" name="Shape 14"/>
          <p:cNvSpPr/>
          <p:nvPr/>
        </p:nvSpPr>
        <p:spPr>
          <a:xfrm>
            <a:off x="5931256" y="2788920"/>
            <a:ext cx="329185"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164" name="Shape 15"/>
          <p:cNvSpPr/>
          <p:nvPr/>
        </p:nvSpPr>
        <p:spPr>
          <a:xfrm>
            <a:off x="1280160" y="3108960"/>
            <a:ext cx="9631375" cy="1051561"/>
          </a:xfrm>
          <a:prstGeom prst="roundRect">
            <a:avLst>
              <a:gd name="adj" fmla="val 6957"/>
            </a:avLst>
          </a:prstGeom>
          <a:solidFill>
            <a:srgbClr val="065A82"/>
          </a:solidFill>
          <a:ln w="12700">
            <a:miter lim="400000"/>
          </a:ln>
        </p:spPr>
        <p:txBody>
          <a:bodyPr lIns="45719" rIns="45719"/>
          <a:lstStyle/>
          <a:p>
            <a:pPr/>
          </a:p>
        </p:txBody>
      </p:sp>
      <p:sp>
        <p:nvSpPr>
          <p:cNvPr id="165" name="Text 16"/>
          <p:cNvSpPr txBox="1"/>
          <p:nvPr/>
        </p:nvSpPr>
        <p:spPr>
          <a:xfrm>
            <a:off x="1463039" y="3276091"/>
            <a:ext cx="23774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FFFFFF"/>
                </a:solidFill>
                <a:latin typeface="B Nazanin"/>
                <a:ea typeface="B Nazanin"/>
                <a:cs typeface="B Nazanin"/>
                <a:sym typeface="B Nazanin"/>
              </a:defRPr>
            </a:lvl1pPr>
          </a:lstStyle>
          <a:p>
            <a:pPr/>
            <a:r>
              <a:t>لایه نرم‌افزاری</a:t>
            </a:r>
          </a:p>
        </p:txBody>
      </p:sp>
      <p:sp>
        <p:nvSpPr>
          <p:cNvPr id="166" name="Shape 17"/>
          <p:cNvSpPr/>
          <p:nvPr/>
        </p:nvSpPr>
        <p:spPr>
          <a:xfrm>
            <a:off x="6187287" y="3611879"/>
            <a:ext cx="4541369" cy="457201"/>
          </a:xfrm>
          <a:prstGeom prst="roundRect">
            <a:avLst>
              <a:gd name="adj" fmla="val 12000"/>
            </a:avLst>
          </a:prstGeom>
          <a:solidFill>
            <a:srgbClr val="0F7FA8"/>
          </a:solidFill>
          <a:ln w="12700">
            <a:miter lim="400000"/>
          </a:ln>
        </p:spPr>
        <p:txBody>
          <a:bodyPr lIns="45719" rIns="45719"/>
          <a:lstStyle/>
          <a:p>
            <a:pPr/>
          </a:p>
        </p:txBody>
      </p:sp>
      <p:sp>
        <p:nvSpPr>
          <p:cNvPr id="167" name="Text 18"/>
          <p:cNvSpPr txBox="1"/>
          <p:nvPr/>
        </p:nvSpPr>
        <p:spPr>
          <a:xfrm>
            <a:off x="6187287" y="3749949"/>
            <a:ext cx="4541369" cy="1810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B Nazanin"/>
                <a:ea typeface="B Nazanin"/>
                <a:cs typeface="B Nazanin"/>
                <a:sym typeface="B Nazanin"/>
              </a:defRPr>
            </a:lvl1pPr>
          </a:lstStyle>
          <a:p>
            <a:pPr/>
            <a:r>
              <a:t>Frontend — رابط کاربری و اپلیکیشن</a:t>
            </a:r>
          </a:p>
        </p:txBody>
      </p:sp>
      <p:sp>
        <p:nvSpPr>
          <p:cNvPr id="168" name="Shape 19"/>
          <p:cNvSpPr/>
          <p:nvPr/>
        </p:nvSpPr>
        <p:spPr>
          <a:xfrm>
            <a:off x="1463039" y="3611879"/>
            <a:ext cx="4541370" cy="457201"/>
          </a:xfrm>
          <a:prstGeom prst="roundRect">
            <a:avLst>
              <a:gd name="adj" fmla="val 12000"/>
            </a:avLst>
          </a:prstGeom>
          <a:solidFill>
            <a:srgbClr val="0F7FA8"/>
          </a:solidFill>
          <a:ln w="12700">
            <a:miter lim="400000"/>
          </a:ln>
        </p:spPr>
        <p:txBody>
          <a:bodyPr lIns="45719" rIns="45719"/>
          <a:lstStyle/>
          <a:p>
            <a:pPr/>
          </a:p>
        </p:txBody>
      </p:sp>
      <p:sp>
        <p:nvSpPr>
          <p:cNvPr id="169" name="Text 20"/>
          <p:cNvSpPr txBox="1"/>
          <p:nvPr/>
        </p:nvSpPr>
        <p:spPr>
          <a:xfrm>
            <a:off x="1463039" y="3749949"/>
            <a:ext cx="4541370" cy="1810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B Nazanin"/>
                <a:ea typeface="B Nazanin"/>
                <a:cs typeface="B Nazanin"/>
                <a:sym typeface="B Nazanin"/>
              </a:defRPr>
            </a:lvl1pPr>
          </a:lstStyle>
          <a:p>
            <a:pPr/>
            <a:r>
              <a:t>Backend / Database — منطق و داده</a:t>
            </a:r>
          </a:p>
        </p:txBody>
      </p:sp>
      <p:sp>
        <p:nvSpPr>
          <p:cNvPr id="170" name="Shape 21"/>
          <p:cNvSpPr/>
          <p:nvPr/>
        </p:nvSpPr>
        <p:spPr>
          <a:xfrm>
            <a:off x="5931256" y="4206240"/>
            <a:ext cx="329185"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171" name="Shape 22"/>
          <p:cNvSpPr/>
          <p:nvPr/>
        </p:nvSpPr>
        <p:spPr>
          <a:xfrm>
            <a:off x="1280160" y="4526279"/>
            <a:ext cx="9631375" cy="1051561"/>
          </a:xfrm>
          <a:prstGeom prst="roundRect">
            <a:avLst>
              <a:gd name="adj" fmla="val 6957"/>
            </a:avLst>
          </a:prstGeom>
          <a:solidFill>
            <a:srgbClr val="21295C"/>
          </a:solidFill>
          <a:ln w="12700">
            <a:miter lim="400000"/>
          </a:ln>
        </p:spPr>
        <p:txBody>
          <a:bodyPr lIns="45719" rIns="45719"/>
          <a:lstStyle/>
          <a:p>
            <a:pPr/>
          </a:p>
        </p:txBody>
      </p:sp>
      <p:sp>
        <p:nvSpPr>
          <p:cNvPr id="172" name="Text 23"/>
          <p:cNvSpPr txBox="1"/>
          <p:nvPr/>
        </p:nvSpPr>
        <p:spPr>
          <a:xfrm>
            <a:off x="1463039" y="4693412"/>
            <a:ext cx="23774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FFFFFF"/>
                </a:solidFill>
                <a:latin typeface="B Nazanin"/>
                <a:ea typeface="B Nazanin"/>
                <a:cs typeface="B Nazanin"/>
                <a:sym typeface="B Nazanin"/>
              </a:defRPr>
            </a:lvl1pPr>
          </a:lstStyle>
          <a:p>
            <a:pPr/>
            <a:r>
              <a:t>لایه سخت‌افزاری</a:t>
            </a:r>
          </a:p>
        </p:txBody>
      </p:sp>
      <p:sp>
        <p:nvSpPr>
          <p:cNvPr id="173" name="Shape 24"/>
          <p:cNvSpPr/>
          <p:nvPr/>
        </p:nvSpPr>
        <p:spPr>
          <a:xfrm>
            <a:off x="7731556" y="5029200"/>
            <a:ext cx="2997099" cy="457200"/>
          </a:xfrm>
          <a:prstGeom prst="roundRect">
            <a:avLst>
              <a:gd name="adj" fmla="val 12000"/>
            </a:avLst>
          </a:prstGeom>
          <a:solidFill>
            <a:srgbClr val="2B3A73"/>
          </a:solidFill>
          <a:ln w="12700">
            <a:miter lim="400000"/>
          </a:ln>
        </p:spPr>
        <p:txBody>
          <a:bodyPr lIns="45719" rIns="45719"/>
          <a:lstStyle/>
          <a:p>
            <a:pPr/>
          </a:p>
        </p:txBody>
      </p:sp>
      <p:sp>
        <p:nvSpPr>
          <p:cNvPr id="174" name="Text 25"/>
          <p:cNvSpPr txBox="1"/>
          <p:nvPr/>
        </p:nvSpPr>
        <p:spPr>
          <a:xfrm>
            <a:off x="7731556" y="5181599"/>
            <a:ext cx="299709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دستگاه کاربر</a:t>
            </a:r>
          </a:p>
        </p:txBody>
      </p:sp>
      <p:sp>
        <p:nvSpPr>
          <p:cNvPr id="175" name="Shape 26"/>
          <p:cNvSpPr/>
          <p:nvPr/>
        </p:nvSpPr>
        <p:spPr>
          <a:xfrm>
            <a:off x="4597298" y="5029200"/>
            <a:ext cx="2997099" cy="457200"/>
          </a:xfrm>
          <a:prstGeom prst="roundRect">
            <a:avLst>
              <a:gd name="adj" fmla="val 12000"/>
            </a:avLst>
          </a:prstGeom>
          <a:solidFill>
            <a:srgbClr val="2B3A73"/>
          </a:solidFill>
          <a:ln w="12700">
            <a:miter lim="400000"/>
          </a:ln>
        </p:spPr>
        <p:txBody>
          <a:bodyPr lIns="45719" rIns="45719"/>
          <a:lstStyle/>
          <a:p>
            <a:pPr/>
          </a:p>
        </p:txBody>
      </p:sp>
      <p:sp>
        <p:nvSpPr>
          <p:cNvPr id="176" name="Text 27"/>
          <p:cNvSpPr txBox="1"/>
          <p:nvPr/>
        </p:nvSpPr>
        <p:spPr>
          <a:xfrm>
            <a:off x="4597298" y="5181599"/>
            <a:ext cx="299709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زیرساخت شبکه</a:t>
            </a:r>
          </a:p>
        </p:txBody>
      </p:sp>
      <p:sp>
        <p:nvSpPr>
          <p:cNvPr id="177" name="Shape 28"/>
          <p:cNvSpPr/>
          <p:nvPr/>
        </p:nvSpPr>
        <p:spPr>
          <a:xfrm>
            <a:off x="1463039" y="5029200"/>
            <a:ext cx="2997100" cy="457200"/>
          </a:xfrm>
          <a:prstGeom prst="roundRect">
            <a:avLst>
              <a:gd name="adj" fmla="val 12000"/>
            </a:avLst>
          </a:prstGeom>
          <a:solidFill>
            <a:srgbClr val="2B3A73"/>
          </a:solidFill>
          <a:ln w="12700">
            <a:miter lim="400000"/>
          </a:ln>
        </p:spPr>
        <p:txBody>
          <a:bodyPr lIns="45719" rIns="45719"/>
          <a:lstStyle/>
          <a:p>
            <a:pPr/>
          </a:p>
        </p:txBody>
      </p:sp>
      <p:sp>
        <p:nvSpPr>
          <p:cNvPr id="178" name="Text 29"/>
          <p:cNvSpPr txBox="1"/>
          <p:nvPr/>
        </p:nvSpPr>
        <p:spPr>
          <a:xfrm>
            <a:off x="1463039" y="5181599"/>
            <a:ext cx="299709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مرکز داده / سرورها</a:t>
            </a:r>
          </a:p>
        </p:txBody>
      </p:sp>
      <p:sp>
        <p:nvSpPr>
          <p:cNvPr id="179" name="Text 30"/>
          <p:cNvSpPr txBox="1"/>
          <p:nvPr/>
        </p:nvSpPr>
        <p:spPr>
          <a:xfrm>
            <a:off x="548639" y="5890689"/>
            <a:ext cx="11094417" cy="197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200">
                <a:solidFill>
                  <a:srgbClr val="51607A"/>
                </a:solidFill>
                <a:latin typeface="B Nazanin"/>
                <a:ea typeface="B Nazanin"/>
                <a:cs typeface="B Nazanin"/>
                <a:sym typeface="B Nazanin"/>
              </a:defRPr>
            </a:lvl1pPr>
          </a:lstStyle>
          <a:p>
            <a:pPr/>
            <a:r>
              <a:t>اختلال در هر لایه (شبکه، نرم‌افزار یا سرور) کل زنجیرهٔ پردازش و تجربهٔ آموزش آنلاین را مختل می‌کند.</a:t>
            </a:r>
          </a:p>
        </p:txBody>
      </p:sp>
      <p:sp>
        <p:nvSpPr>
          <p:cNvPr id="180" name="Text 31"/>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شناسایی و تحلیل ویژگی‌های برآمده</a:t>
            </a:r>
          </a:p>
        </p:txBody>
      </p:sp>
      <p:sp>
        <p:nvSpPr>
          <p:cNvPr id="183" name="Text 1"/>
          <p:cNvSpPr txBox="1"/>
          <p:nvPr/>
        </p:nvSpPr>
        <p:spPr>
          <a:xfrm>
            <a:off x="548639" y="896770"/>
            <a:ext cx="11094417" cy="5290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ویژگی‌های برآمده (Emergent Properties) چیست؟</a:t>
            </a:r>
          </a:p>
        </p:txBody>
      </p:sp>
      <p:sp>
        <p:nvSpPr>
          <p:cNvPr id="184" name="Text 2"/>
          <p:cNvSpPr txBox="1"/>
          <p:nvPr/>
        </p:nvSpPr>
        <p:spPr>
          <a:xfrm>
            <a:off x="548639" y="1669922"/>
            <a:ext cx="11094417"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25000"/>
              </a:lnSpc>
              <a:defRPr sz="1400">
                <a:solidFill>
                  <a:srgbClr val="51607A"/>
                </a:solidFill>
                <a:latin typeface="B Nazanin"/>
                <a:ea typeface="B Nazanin"/>
                <a:cs typeface="B Nazanin"/>
                <a:sym typeface="B Nazanin"/>
              </a:defRPr>
            </a:lvl1pPr>
          </a:lstStyle>
          <a:p>
            <a:pPr/>
            <a:r>
              <a:t>ویژگی‌های برآمده، خصیصه‌هایی هستند که از تعامل میان اجزای یک سیستم پیچیده پدید می‌آیند اما در هیچ‌یک از اجزا به‌تنهایی وجود ندارند. این ویژگی‌ها تنها زمانی ظاهر می‌شوند که اجزا در ارتباط با هم یک «کل یکپارچه» را بسازند و ماهیتی غیرخطی دارند.</a:t>
            </a:r>
          </a:p>
        </p:txBody>
      </p:sp>
      <p:sp>
        <p:nvSpPr>
          <p:cNvPr id="185" name="Shape 3"/>
          <p:cNvSpPr/>
          <p:nvPr/>
        </p:nvSpPr>
        <p:spPr>
          <a:xfrm flipV="1">
            <a:off x="6095999" y="2678076"/>
            <a:ext cx="9145" cy="1417321"/>
          </a:xfrm>
          <a:prstGeom prst="line">
            <a:avLst/>
          </a:prstGeom>
          <a:ln w="19050">
            <a:solidFill>
              <a:srgbClr val="B9CBD6"/>
            </a:solidFill>
          </a:ln>
        </p:spPr>
        <p:txBody>
          <a:bodyPr lIns="45719" rIns="45719"/>
          <a:lstStyle/>
          <a:p>
            <a:pPr/>
          </a:p>
        </p:txBody>
      </p:sp>
      <p:sp>
        <p:nvSpPr>
          <p:cNvPr id="186" name="Shape 4"/>
          <p:cNvSpPr/>
          <p:nvPr/>
        </p:nvSpPr>
        <p:spPr>
          <a:xfrm flipV="1">
            <a:off x="6477324" y="3799392"/>
            <a:ext cx="1347952" cy="437976"/>
          </a:xfrm>
          <a:prstGeom prst="line">
            <a:avLst/>
          </a:prstGeom>
          <a:ln w="19050">
            <a:solidFill>
              <a:srgbClr val="B9CBD6"/>
            </a:solidFill>
          </a:ln>
        </p:spPr>
        <p:txBody>
          <a:bodyPr lIns="45719" rIns="45719"/>
          <a:lstStyle/>
          <a:p>
            <a:pPr/>
          </a:p>
        </p:txBody>
      </p:sp>
      <p:sp>
        <p:nvSpPr>
          <p:cNvPr id="187" name="Shape 5"/>
          <p:cNvSpPr/>
          <p:nvPr/>
        </p:nvSpPr>
        <p:spPr>
          <a:xfrm>
            <a:off x="6568879" y="4446534"/>
            <a:ext cx="833080" cy="1146637"/>
          </a:xfrm>
          <a:prstGeom prst="line">
            <a:avLst/>
          </a:prstGeom>
          <a:ln w="19050">
            <a:solidFill>
              <a:srgbClr val="B9CBD6"/>
            </a:solidFill>
          </a:ln>
        </p:spPr>
        <p:txBody>
          <a:bodyPr lIns="45719" rIns="45719"/>
          <a:lstStyle/>
          <a:p>
            <a:pPr/>
          </a:p>
        </p:txBody>
      </p:sp>
      <p:sp>
        <p:nvSpPr>
          <p:cNvPr id="188" name="Shape 6"/>
          <p:cNvSpPr/>
          <p:nvPr/>
        </p:nvSpPr>
        <p:spPr>
          <a:xfrm flipH="1">
            <a:off x="4903063" y="4446534"/>
            <a:ext cx="833080" cy="1146637"/>
          </a:xfrm>
          <a:prstGeom prst="line">
            <a:avLst/>
          </a:prstGeom>
          <a:ln w="19050">
            <a:solidFill>
              <a:srgbClr val="B9CBD6"/>
            </a:solidFill>
          </a:ln>
        </p:spPr>
        <p:txBody>
          <a:bodyPr lIns="45719" rIns="45719"/>
          <a:lstStyle/>
          <a:p>
            <a:pPr/>
          </a:p>
        </p:txBody>
      </p:sp>
      <p:sp>
        <p:nvSpPr>
          <p:cNvPr id="189" name="Shape 7"/>
          <p:cNvSpPr/>
          <p:nvPr/>
        </p:nvSpPr>
        <p:spPr>
          <a:xfrm flipH="1" flipV="1">
            <a:off x="4061237" y="3671909"/>
            <a:ext cx="1347952" cy="437976"/>
          </a:xfrm>
          <a:prstGeom prst="line">
            <a:avLst/>
          </a:prstGeom>
          <a:ln w="19050">
            <a:solidFill>
              <a:srgbClr val="B9CBD6"/>
            </a:solidFill>
          </a:ln>
        </p:spPr>
        <p:txBody>
          <a:bodyPr lIns="45719" rIns="45719"/>
          <a:lstStyle/>
          <a:p>
            <a:pPr/>
          </a:p>
        </p:txBody>
      </p:sp>
      <p:sp>
        <p:nvSpPr>
          <p:cNvPr id="190" name="Shape 8"/>
          <p:cNvSpPr/>
          <p:nvPr/>
        </p:nvSpPr>
        <p:spPr>
          <a:xfrm>
            <a:off x="5227319" y="2403756"/>
            <a:ext cx="1737362" cy="548641"/>
          </a:xfrm>
          <a:prstGeom prst="roundRect">
            <a:avLst>
              <a:gd name="adj" fmla="val 50000"/>
            </a:avLst>
          </a:prstGeom>
          <a:solidFill>
            <a:srgbClr val="1C7293"/>
          </a:solidFill>
          <a:ln w="12700">
            <a:miter lim="400000"/>
          </a:ln>
        </p:spPr>
        <p:txBody>
          <a:bodyPr lIns="45719" rIns="45719"/>
          <a:lstStyle/>
          <a:p>
            <a:pPr/>
          </a:p>
        </p:txBody>
      </p:sp>
      <p:sp>
        <p:nvSpPr>
          <p:cNvPr id="191" name="Text 9"/>
          <p:cNvSpPr txBox="1"/>
          <p:nvPr/>
        </p:nvSpPr>
        <p:spPr>
          <a:xfrm>
            <a:off x="5227319" y="2601876"/>
            <a:ext cx="17373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کاربران</a:t>
            </a:r>
          </a:p>
        </p:txBody>
      </p:sp>
      <p:sp>
        <p:nvSpPr>
          <p:cNvPr id="192" name="Shape 10"/>
          <p:cNvSpPr/>
          <p:nvPr/>
        </p:nvSpPr>
        <p:spPr>
          <a:xfrm>
            <a:off x="7139704" y="3245304"/>
            <a:ext cx="1737361" cy="548641"/>
          </a:xfrm>
          <a:prstGeom prst="roundRect">
            <a:avLst>
              <a:gd name="adj" fmla="val 50000"/>
            </a:avLst>
          </a:prstGeom>
          <a:solidFill>
            <a:srgbClr val="1C7293"/>
          </a:solidFill>
          <a:ln w="12700">
            <a:miter lim="400000"/>
          </a:ln>
        </p:spPr>
        <p:txBody>
          <a:bodyPr lIns="45719" rIns="45719"/>
          <a:lstStyle/>
          <a:p>
            <a:pPr/>
          </a:p>
        </p:txBody>
      </p:sp>
      <p:sp>
        <p:nvSpPr>
          <p:cNvPr id="193" name="Text 11"/>
          <p:cNvSpPr txBox="1"/>
          <p:nvPr/>
        </p:nvSpPr>
        <p:spPr>
          <a:xfrm>
            <a:off x="7139704" y="3443424"/>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محتوای آموزشی</a:t>
            </a:r>
          </a:p>
        </p:txBody>
      </p:sp>
      <p:sp>
        <p:nvSpPr>
          <p:cNvPr id="194" name="Shape 12"/>
          <p:cNvSpPr/>
          <p:nvPr/>
        </p:nvSpPr>
        <p:spPr>
          <a:xfrm>
            <a:off x="6533278" y="5318850"/>
            <a:ext cx="1737361" cy="548641"/>
          </a:xfrm>
          <a:prstGeom prst="roundRect">
            <a:avLst>
              <a:gd name="adj" fmla="val 50000"/>
            </a:avLst>
          </a:prstGeom>
          <a:solidFill>
            <a:srgbClr val="1C7293"/>
          </a:solidFill>
          <a:ln w="12700">
            <a:miter lim="400000"/>
          </a:ln>
        </p:spPr>
        <p:txBody>
          <a:bodyPr lIns="45719" rIns="45719"/>
          <a:lstStyle/>
          <a:p>
            <a:pPr/>
          </a:p>
        </p:txBody>
      </p:sp>
      <p:sp>
        <p:nvSpPr>
          <p:cNvPr id="195" name="Text 13"/>
          <p:cNvSpPr txBox="1"/>
          <p:nvPr/>
        </p:nvSpPr>
        <p:spPr>
          <a:xfrm>
            <a:off x="6533278" y="5516970"/>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ابزارهای ارتباطی</a:t>
            </a:r>
          </a:p>
        </p:txBody>
      </p:sp>
      <p:sp>
        <p:nvSpPr>
          <p:cNvPr id="196" name="Shape 14"/>
          <p:cNvSpPr/>
          <p:nvPr/>
        </p:nvSpPr>
        <p:spPr>
          <a:xfrm>
            <a:off x="4034382" y="5318850"/>
            <a:ext cx="1737361" cy="548641"/>
          </a:xfrm>
          <a:prstGeom prst="roundRect">
            <a:avLst>
              <a:gd name="adj" fmla="val 50000"/>
            </a:avLst>
          </a:prstGeom>
          <a:solidFill>
            <a:srgbClr val="1C7293"/>
          </a:solidFill>
          <a:ln w="12700">
            <a:miter lim="400000"/>
          </a:ln>
        </p:spPr>
        <p:txBody>
          <a:bodyPr lIns="45719" rIns="45719"/>
          <a:lstStyle/>
          <a:p>
            <a:pPr/>
          </a:p>
        </p:txBody>
      </p:sp>
      <p:sp>
        <p:nvSpPr>
          <p:cNvPr id="197" name="Text 15"/>
          <p:cNvSpPr txBox="1"/>
          <p:nvPr/>
        </p:nvSpPr>
        <p:spPr>
          <a:xfrm>
            <a:off x="4034382" y="5516970"/>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سیستم ارزیابی</a:t>
            </a:r>
          </a:p>
        </p:txBody>
      </p:sp>
      <p:sp>
        <p:nvSpPr>
          <p:cNvPr id="198" name="Shape 16"/>
          <p:cNvSpPr/>
          <p:nvPr/>
        </p:nvSpPr>
        <p:spPr>
          <a:xfrm>
            <a:off x="3360407" y="3231081"/>
            <a:ext cx="1737361" cy="548641"/>
          </a:xfrm>
          <a:prstGeom prst="roundRect">
            <a:avLst>
              <a:gd name="adj" fmla="val 50000"/>
            </a:avLst>
          </a:prstGeom>
          <a:solidFill>
            <a:srgbClr val="1C7293"/>
          </a:solidFill>
          <a:ln w="12700">
            <a:miter lim="400000"/>
          </a:ln>
        </p:spPr>
        <p:txBody>
          <a:bodyPr lIns="45719" rIns="45719"/>
          <a:lstStyle/>
          <a:p>
            <a:pPr/>
          </a:p>
        </p:txBody>
      </p:sp>
      <p:sp>
        <p:nvSpPr>
          <p:cNvPr id="199" name="Text 17"/>
          <p:cNvSpPr txBox="1"/>
          <p:nvPr/>
        </p:nvSpPr>
        <p:spPr>
          <a:xfrm>
            <a:off x="3360407" y="3429201"/>
            <a:ext cx="1737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زیرساخت فنی</a:t>
            </a:r>
          </a:p>
        </p:txBody>
      </p:sp>
      <p:sp>
        <p:nvSpPr>
          <p:cNvPr id="200" name="Shape 18"/>
          <p:cNvSpPr/>
          <p:nvPr/>
        </p:nvSpPr>
        <p:spPr>
          <a:xfrm>
            <a:off x="5044287" y="4023359"/>
            <a:ext cx="2103121" cy="822961"/>
          </a:xfrm>
          <a:prstGeom prst="roundRect">
            <a:avLst>
              <a:gd name="adj" fmla="val 16667"/>
            </a:avLst>
          </a:prstGeom>
          <a:solidFill>
            <a:srgbClr val="21295C"/>
          </a:solidFill>
          <a:ln w="25400">
            <a:solidFill>
              <a:srgbClr val="E8871E"/>
            </a:solidFill>
          </a:ln>
        </p:spPr>
        <p:txBody>
          <a:bodyPr lIns="45719" rIns="45719"/>
          <a:lstStyle/>
          <a:p>
            <a:pPr/>
          </a:p>
        </p:txBody>
      </p:sp>
      <p:sp>
        <p:nvSpPr>
          <p:cNvPr id="201" name="Text 19"/>
          <p:cNvSpPr txBox="1"/>
          <p:nvPr/>
        </p:nvSpPr>
        <p:spPr>
          <a:xfrm>
            <a:off x="5044287" y="4265612"/>
            <a:ext cx="2103121" cy="33845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rtl="1">
              <a:lnSpc>
                <a:spcPct val="104999"/>
              </a:lnSpc>
              <a:defRPr sz="1300">
                <a:solidFill>
                  <a:srgbClr val="FFFFFF"/>
                </a:solidFill>
                <a:latin typeface="B Nazanin"/>
                <a:ea typeface="B Nazanin"/>
                <a:cs typeface="B Nazanin"/>
                <a:sym typeface="B Nazanin"/>
              </a:defRPr>
            </a:pPr>
            <a:r>
              <a:t>کلِ یکپارچه</a:t>
            </a:r>
          </a:p>
          <a:p>
            <a:pPr algn="ctr" rtl="1">
              <a:lnSpc>
                <a:spcPct val="104999"/>
              </a:lnSpc>
              <a:defRPr sz="1300">
                <a:solidFill>
                  <a:srgbClr val="FFFFFF"/>
                </a:solidFill>
                <a:latin typeface="B Nazanin"/>
                <a:ea typeface="B Nazanin"/>
                <a:cs typeface="B Nazanin"/>
                <a:sym typeface="B Nazanin"/>
              </a:defRPr>
            </a:pPr>
            <a:r>
              <a:t>(ویژگی برآمده)</a:t>
            </a:r>
          </a:p>
        </p:txBody>
      </p:sp>
      <p:sp>
        <p:nvSpPr>
          <p:cNvPr id="202" name="Text 20"/>
          <p:cNvSpPr txBox="1"/>
          <p:nvPr/>
        </p:nvSpPr>
        <p:spPr>
          <a:xfrm>
            <a:off x="548639" y="6355989"/>
            <a:ext cx="11094417" cy="1810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100">
                <a:solidFill>
                  <a:srgbClr val="51607A"/>
                </a:solidFill>
                <a:latin typeface="B Nazanin"/>
                <a:ea typeface="B Nazanin"/>
                <a:cs typeface="B Nazanin"/>
                <a:sym typeface="B Nazanin"/>
              </a:defRPr>
            </a:lvl1pPr>
          </a:lstStyle>
          <a:p>
            <a:pPr/>
            <a:r>
              <a:t>نمونهٔ بررسی‌شده: پلتفرم شبکهٔ شاد — از تعامل کاربران، محتوا، زیرساخت و ابزارهای ارتباطی شکل گرفته است.</a:t>
            </a:r>
          </a:p>
        </p:txBody>
      </p:sp>
      <p:sp>
        <p:nvSpPr>
          <p:cNvPr id="203" name="Text 21"/>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ویژگی‌های برآمده در پلتفرم آموزشی</a:t>
            </a:r>
          </a:p>
        </p:txBody>
      </p:sp>
      <p:sp>
        <p:nvSpPr>
          <p:cNvPr id="206" name="Text 1"/>
          <p:cNvSpPr txBox="1"/>
          <p:nvPr/>
        </p:nvSpPr>
        <p:spPr>
          <a:xfrm>
            <a:off x="548639" y="906739"/>
            <a:ext cx="11094417" cy="5090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پنج ویژگی برآمدهٔ کلیدی</a:t>
            </a:r>
          </a:p>
        </p:txBody>
      </p:sp>
      <p:sp>
        <p:nvSpPr>
          <p:cNvPr id="207" name="Shape 2"/>
          <p:cNvSpPr/>
          <p:nvPr/>
        </p:nvSpPr>
        <p:spPr>
          <a:xfrm>
            <a:off x="548640" y="1600200"/>
            <a:ext cx="11094416" cy="841248"/>
          </a:xfrm>
          <a:prstGeom prst="roundRect">
            <a:avLst>
              <a:gd name="adj" fmla="val 8696"/>
            </a:avLst>
          </a:prstGeom>
          <a:solidFill>
            <a:srgbClr val="E8F1F5"/>
          </a:solidFill>
          <a:ln w="12700">
            <a:miter lim="400000"/>
          </a:ln>
        </p:spPr>
        <p:txBody>
          <a:bodyPr lIns="45719" rIns="45719"/>
          <a:lstStyle/>
          <a:p>
            <a:pPr/>
          </a:p>
        </p:txBody>
      </p:sp>
      <p:sp>
        <p:nvSpPr>
          <p:cNvPr id="208" name="Shape 3"/>
          <p:cNvSpPr/>
          <p:nvPr/>
        </p:nvSpPr>
        <p:spPr>
          <a:xfrm>
            <a:off x="11231574" y="1801367"/>
            <a:ext cx="438913" cy="438913"/>
          </a:xfrm>
          <a:prstGeom prst="ellipse">
            <a:avLst/>
          </a:prstGeom>
          <a:solidFill>
            <a:srgbClr val="1C7293"/>
          </a:solidFill>
          <a:ln w="12700">
            <a:miter lim="400000"/>
          </a:ln>
        </p:spPr>
        <p:txBody>
          <a:bodyPr lIns="45719" rIns="45719"/>
          <a:lstStyle/>
          <a:p>
            <a:pPr/>
          </a:p>
        </p:txBody>
      </p:sp>
      <p:sp>
        <p:nvSpPr>
          <p:cNvPr id="209" name="Text 4"/>
          <p:cNvSpPr txBox="1"/>
          <p:nvPr/>
        </p:nvSpPr>
        <p:spPr>
          <a:xfrm>
            <a:off x="11231574" y="1938273"/>
            <a:ext cx="43891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1</a:t>
            </a:r>
          </a:p>
        </p:txBody>
      </p:sp>
      <p:sp>
        <p:nvSpPr>
          <p:cNvPr id="210" name="Text 5"/>
          <p:cNvSpPr txBox="1"/>
          <p:nvPr/>
        </p:nvSpPr>
        <p:spPr>
          <a:xfrm>
            <a:off x="1188719" y="1733549"/>
            <a:ext cx="9539937"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500">
                <a:solidFill>
                  <a:srgbClr val="21295C"/>
                </a:solidFill>
                <a:latin typeface="B Nazanin"/>
                <a:ea typeface="B Nazanin"/>
                <a:cs typeface="B Nazanin"/>
                <a:sym typeface="B Nazanin"/>
              </a:defRPr>
            </a:lvl1pPr>
          </a:lstStyle>
          <a:p>
            <a:pPr/>
            <a:r>
              <a:t>شکل‌گیری فرهنگ آموزش دیجیتال</a:t>
            </a:r>
          </a:p>
        </p:txBody>
      </p:sp>
      <p:sp>
        <p:nvSpPr>
          <p:cNvPr id="211" name="Text 6"/>
          <p:cNvSpPr txBox="1"/>
          <p:nvPr/>
        </p:nvSpPr>
        <p:spPr>
          <a:xfrm>
            <a:off x="1188719" y="2120138"/>
            <a:ext cx="953993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100">
                <a:solidFill>
                  <a:srgbClr val="51607A"/>
                </a:solidFill>
                <a:latin typeface="B Nazanin"/>
                <a:ea typeface="B Nazanin"/>
                <a:cs typeface="B Nazanin"/>
                <a:sym typeface="B Nazanin"/>
              </a:defRPr>
            </a:lvl1pPr>
          </a:lstStyle>
          <a:p>
            <a:pPr/>
            <a:r>
              <a:t>تغییر الگوی یادگیری از حضوری به مجازی، افزایش سواد دیجیتال و تغییر نقش معلم به تسهیل‌گر.</a:t>
            </a:r>
          </a:p>
        </p:txBody>
      </p:sp>
      <p:sp>
        <p:nvSpPr>
          <p:cNvPr id="212" name="Shape 7"/>
          <p:cNvSpPr/>
          <p:nvPr/>
        </p:nvSpPr>
        <p:spPr>
          <a:xfrm>
            <a:off x="548640" y="2514600"/>
            <a:ext cx="11094416" cy="841248"/>
          </a:xfrm>
          <a:prstGeom prst="roundRect">
            <a:avLst>
              <a:gd name="adj" fmla="val 8696"/>
            </a:avLst>
          </a:prstGeom>
          <a:solidFill>
            <a:srgbClr val="F4F0E8"/>
          </a:solidFill>
          <a:ln w="12700">
            <a:miter lim="400000"/>
          </a:ln>
        </p:spPr>
        <p:txBody>
          <a:bodyPr lIns="45719" rIns="45719"/>
          <a:lstStyle/>
          <a:p>
            <a:pPr/>
          </a:p>
        </p:txBody>
      </p:sp>
      <p:sp>
        <p:nvSpPr>
          <p:cNvPr id="213" name="Shape 8"/>
          <p:cNvSpPr/>
          <p:nvPr/>
        </p:nvSpPr>
        <p:spPr>
          <a:xfrm>
            <a:off x="11231574" y="2715767"/>
            <a:ext cx="438913" cy="438913"/>
          </a:xfrm>
          <a:prstGeom prst="ellipse">
            <a:avLst/>
          </a:prstGeom>
          <a:solidFill>
            <a:srgbClr val="E8871E"/>
          </a:solidFill>
          <a:ln w="12700">
            <a:miter lim="400000"/>
          </a:ln>
        </p:spPr>
        <p:txBody>
          <a:bodyPr lIns="45719" rIns="45719"/>
          <a:lstStyle/>
          <a:p>
            <a:pPr/>
          </a:p>
        </p:txBody>
      </p:sp>
      <p:sp>
        <p:nvSpPr>
          <p:cNvPr id="214" name="Text 9"/>
          <p:cNvSpPr txBox="1"/>
          <p:nvPr/>
        </p:nvSpPr>
        <p:spPr>
          <a:xfrm>
            <a:off x="11231574" y="2852673"/>
            <a:ext cx="43891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2</a:t>
            </a:r>
          </a:p>
        </p:txBody>
      </p:sp>
      <p:sp>
        <p:nvSpPr>
          <p:cNvPr id="215" name="Text 10"/>
          <p:cNvSpPr txBox="1"/>
          <p:nvPr/>
        </p:nvSpPr>
        <p:spPr>
          <a:xfrm>
            <a:off x="1188719" y="2647949"/>
            <a:ext cx="9539937"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500">
                <a:solidFill>
                  <a:srgbClr val="21295C"/>
                </a:solidFill>
                <a:latin typeface="B Nazanin"/>
                <a:ea typeface="B Nazanin"/>
                <a:cs typeface="B Nazanin"/>
                <a:sym typeface="B Nazanin"/>
              </a:defRPr>
            </a:lvl1pPr>
          </a:lstStyle>
          <a:p>
            <a:pPr/>
            <a:r>
              <a:t>کیفیت غیرخطی یادگیری</a:t>
            </a:r>
          </a:p>
        </p:txBody>
      </p:sp>
      <p:sp>
        <p:nvSpPr>
          <p:cNvPr id="216" name="Text 11"/>
          <p:cNvSpPr txBox="1"/>
          <p:nvPr/>
        </p:nvSpPr>
        <p:spPr>
          <a:xfrm>
            <a:off x="1188719" y="3034538"/>
            <a:ext cx="953993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100">
                <a:solidFill>
                  <a:srgbClr val="51607A"/>
                </a:solidFill>
                <a:latin typeface="B Nazanin"/>
                <a:ea typeface="B Nazanin"/>
                <a:cs typeface="B Nazanin"/>
                <a:sym typeface="B Nazanin"/>
              </a:defRPr>
            </a:lvl1pPr>
          </a:lstStyle>
          <a:p>
            <a:pPr/>
            <a:r>
              <a:t>حاصل تعامل چند عامل هم‌زمان: تدریس، پایداری اینترنت، مشارکت دانش‌آموز و طراحی رابط کاربری.</a:t>
            </a:r>
          </a:p>
        </p:txBody>
      </p:sp>
      <p:sp>
        <p:nvSpPr>
          <p:cNvPr id="217" name="Shape 12"/>
          <p:cNvSpPr/>
          <p:nvPr/>
        </p:nvSpPr>
        <p:spPr>
          <a:xfrm>
            <a:off x="548640" y="3429000"/>
            <a:ext cx="11094416" cy="841248"/>
          </a:xfrm>
          <a:prstGeom prst="roundRect">
            <a:avLst>
              <a:gd name="adj" fmla="val 8696"/>
            </a:avLst>
          </a:prstGeom>
          <a:solidFill>
            <a:srgbClr val="E8F1F5"/>
          </a:solidFill>
          <a:ln w="12700">
            <a:miter lim="400000"/>
          </a:ln>
        </p:spPr>
        <p:txBody>
          <a:bodyPr lIns="45719" rIns="45719"/>
          <a:lstStyle/>
          <a:p>
            <a:pPr/>
          </a:p>
        </p:txBody>
      </p:sp>
      <p:sp>
        <p:nvSpPr>
          <p:cNvPr id="218" name="Shape 13"/>
          <p:cNvSpPr/>
          <p:nvPr/>
        </p:nvSpPr>
        <p:spPr>
          <a:xfrm>
            <a:off x="11231574" y="3630167"/>
            <a:ext cx="438913" cy="438913"/>
          </a:xfrm>
          <a:prstGeom prst="ellipse">
            <a:avLst/>
          </a:prstGeom>
          <a:solidFill>
            <a:srgbClr val="1C7293"/>
          </a:solidFill>
          <a:ln w="12700">
            <a:miter lim="400000"/>
          </a:ln>
        </p:spPr>
        <p:txBody>
          <a:bodyPr lIns="45719" rIns="45719"/>
          <a:lstStyle/>
          <a:p>
            <a:pPr/>
          </a:p>
        </p:txBody>
      </p:sp>
      <p:sp>
        <p:nvSpPr>
          <p:cNvPr id="219" name="Text 14"/>
          <p:cNvSpPr txBox="1"/>
          <p:nvPr/>
        </p:nvSpPr>
        <p:spPr>
          <a:xfrm>
            <a:off x="11231574" y="3767073"/>
            <a:ext cx="43891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3</a:t>
            </a:r>
          </a:p>
        </p:txBody>
      </p:sp>
      <p:sp>
        <p:nvSpPr>
          <p:cNvPr id="220" name="Text 15"/>
          <p:cNvSpPr txBox="1"/>
          <p:nvPr/>
        </p:nvSpPr>
        <p:spPr>
          <a:xfrm>
            <a:off x="1188719" y="3562350"/>
            <a:ext cx="9539937"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500">
                <a:solidFill>
                  <a:srgbClr val="21295C"/>
                </a:solidFill>
                <a:latin typeface="B Nazanin"/>
                <a:ea typeface="B Nazanin"/>
                <a:cs typeface="B Nazanin"/>
                <a:sym typeface="B Nazanin"/>
              </a:defRPr>
            </a:lvl1pPr>
          </a:lstStyle>
          <a:p>
            <a:pPr/>
            <a:r>
              <a:t>نابرابری آموزشی دیجیتال</a:t>
            </a:r>
          </a:p>
        </p:txBody>
      </p:sp>
      <p:sp>
        <p:nvSpPr>
          <p:cNvPr id="221" name="Text 16"/>
          <p:cNvSpPr txBox="1"/>
          <p:nvPr/>
        </p:nvSpPr>
        <p:spPr>
          <a:xfrm>
            <a:off x="1188719" y="3948937"/>
            <a:ext cx="953993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100">
                <a:solidFill>
                  <a:srgbClr val="51607A"/>
                </a:solidFill>
                <a:latin typeface="B Nazanin"/>
                <a:ea typeface="B Nazanin"/>
                <a:cs typeface="B Nazanin"/>
                <a:sym typeface="B Nazanin"/>
              </a:defRPr>
            </a:lvl1pPr>
          </a:lstStyle>
          <a:p>
            <a:pPr/>
            <a:r>
              <a:t>پیامدی برآمده از ترکیب تفاوت در دسترسی به اینترنت، سخت‌افزار، محیط و مهارت دیجیتال.</a:t>
            </a:r>
          </a:p>
        </p:txBody>
      </p:sp>
      <p:sp>
        <p:nvSpPr>
          <p:cNvPr id="222" name="Shape 17"/>
          <p:cNvSpPr/>
          <p:nvPr/>
        </p:nvSpPr>
        <p:spPr>
          <a:xfrm>
            <a:off x="548640" y="4343400"/>
            <a:ext cx="11094416" cy="841248"/>
          </a:xfrm>
          <a:prstGeom prst="roundRect">
            <a:avLst>
              <a:gd name="adj" fmla="val 8696"/>
            </a:avLst>
          </a:prstGeom>
          <a:solidFill>
            <a:srgbClr val="F4F0E8"/>
          </a:solidFill>
          <a:ln w="12700">
            <a:miter lim="400000"/>
          </a:ln>
        </p:spPr>
        <p:txBody>
          <a:bodyPr lIns="45719" rIns="45719"/>
          <a:lstStyle/>
          <a:p>
            <a:pPr/>
          </a:p>
        </p:txBody>
      </p:sp>
      <p:sp>
        <p:nvSpPr>
          <p:cNvPr id="223" name="Shape 18"/>
          <p:cNvSpPr/>
          <p:nvPr/>
        </p:nvSpPr>
        <p:spPr>
          <a:xfrm>
            <a:off x="11231574" y="4544567"/>
            <a:ext cx="438913" cy="438913"/>
          </a:xfrm>
          <a:prstGeom prst="ellipse">
            <a:avLst/>
          </a:prstGeom>
          <a:solidFill>
            <a:srgbClr val="E8871E"/>
          </a:solidFill>
          <a:ln w="12700">
            <a:miter lim="400000"/>
          </a:ln>
        </p:spPr>
        <p:txBody>
          <a:bodyPr lIns="45719" rIns="45719"/>
          <a:lstStyle/>
          <a:p>
            <a:pPr/>
          </a:p>
        </p:txBody>
      </p:sp>
      <p:sp>
        <p:nvSpPr>
          <p:cNvPr id="224" name="Text 19"/>
          <p:cNvSpPr txBox="1"/>
          <p:nvPr/>
        </p:nvSpPr>
        <p:spPr>
          <a:xfrm>
            <a:off x="11231574" y="4681473"/>
            <a:ext cx="43891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4</a:t>
            </a:r>
          </a:p>
        </p:txBody>
      </p:sp>
      <p:sp>
        <p:nvSpPr>
          <p:cNvPr id="225" name="Text 20"/>
          <p:cNvSpPr txBox="1"/>
          <p:nvPr/>
        </p:nvSpPr>
        <p:spPr>
          <a:xfrm>
            <a:off x="1188719" y="4476750"/>
            <a:ext cx="9539937"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500">
                <a:solidFill>
                  <a:srgbClr val="21295C"/>
                </a:solidFill>
                <a:latin typeface="B Nazanin"/>
                <a:ea typeface="B Nazanin"/>
                <a:cs typeface="B Nazanin"/>
                <a:sym typeface="B Nazanin"/>
              </a:defRPr>
            </a:lvl1pPr>
          </a:lstStyle>
          <a:p>
            <a:pPr/>
            <a:r>
              <a:t>شبکه‌ای‌شدن تعاملات آموزشی</a:t>
            </a:r>
          </a:p>
        </p:txBody>
      </p:sp>
      <p:sp>
        <p:nvSpPr>
          <p:cNvPr id="226" name="Text 21"/>
          <p:cNvSpPr txBox="1"/>
          <p:nvPr/>
        </p:nvSpPr>
        <p:spPr>
          <a:xfrm>
            <a:off x="1188719" y="4863337"/>
            <a:ext cx="953993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100">
                <a:solidFill>
                  <a:srgbClr val="51607A"/>
                </a:solidFill>
                <a:latin typeface="B Nazanin"/>
                <a:ea typeface="B Nazanin"/>
                <a:cs typeface="B Nazanin"/>
                <a:sym typeface="B Nazanin"/>
              </a:defRPr>
            </a:lvl1pPr>
          </a:lstStyle>
          <a:p>
            <a:pPr/>
            <a:r>
              <a:t>شکل‌گیری ارتباط گروهی، تعامل خارج از کلاس، تبادل فایل و یادگیری مشارکتی.</a:t>
            </a:r>
          </a:p>
        </p:txBody>
      </p:sp>
      <p:sp>
        <p:nvSpPr>
          <p:cNvPr id="227" name="Shape 22"/>
          <p:cNvSpPr/>
          <p:nvPr/>
        </p:nvSpPr>
        <p:spPr>
          <a:xfrm>
            <a:off x="548640" y="5257800"/>
            <a:ext cx="11094416" cy="841248"/>
          </a:xfrm>
          <a:prstGeom prst="roundRect">
            <a:avLst>
              <a:gd name="adj" fmla="val 8696"/>
            </a:avLst>
          </a:prstGeom>
          <a:solidFill>
            <a:srgbClr val="E8F1F5"/>
          </a:solidFill>
          <a:ln w="12700">
            <a:miter lim="400000"/>
          </a:ln>
        </p:spPr>
        <p:txBody>
          <a:bodyPr lIns="45719" rIns="45719"/>
          <a:lstStyle/>
          <a:p>
            <a:pPr/>
          </a:p>
        </p:txBody>
      </p:sp>
      <p:sp>
        <p:nvSpPr>
          <p:cNvPr id="228" name="Shape 23"/>
          <p:cNvSpPr/>
          <p:nvPr/>
        </p:nvSpPr>
        <p:spPr>
          <a:xfrm>
            <a:off x="11231574" y="5458967"/>
            <a:ext cx="438913" cy="438913"/>
          </a:xfrm>
          <a:prstGeom prst="ellipse">
            <a:avLst/>
          </a:prstGeom>
          <a:solidFill>
            <a:srgbClr val="1C7293"/>
          </a:solidFill>
          <a:ln w="12700">
            <a:miter lim="400000"/>
          </a:ln>
        </p:spPr>
        <p:txBody>
          <a:bodyPr lIns="45719" rIns="45719"/>
          <a:lstStyle/>
          <a:p>
            <a:pPr/>
          </a:p>
        </p:txBody>
      </p:sp>
      <p:sp>
        <p:nvSpPr>
          <p:cNvPr id="229" name="Text 24"/>
          <p:cNvSpPr txBox="1"/>
          <p:nvPr/>
        </p:nvSpPr>
        <p:spPr>
          <a:xfrm>
            <a:off x="11231574" y="5595873"/>
            <a:ext cx="43891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5</a:t>
            </a:r>
          </a:p>
        </p:txBody>
      </p:sp>
      <p:sp>
        <p:nvSpPr>
          <p:cNvPr id="230" name="Text 25"/>
          <p:cNvSpPr txBox="1"/>
          <p:nvPr/>
        </p:nvSpPr>
        <p:spPr>
          <a:xfrm>
            <a:off x="1188719" y="5391150"/>
            <a:ext cx="9539937"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500">
                <a:solidFill>
                  <a:srgbClr val="21295C"/>
                </a:solidFill>
                <a:latin typeface="B Nazanin"/>
                <a:ea typeface="B Nazanin"/>
                <a:cs typeface="B Nazanin"/>
                <a:sym typeface="B Nazanin"/>
              </a:defRPr>
            </a:lvl1pPr>
          </a:lstStyle>
          <a:p>
            <a:pPr/>
            <a:r>
              <a:t>وابستگی به زیرساخت فناوری</a:t>
            </a:r>
          </a:p>
        </p:txBody>
      </p:sp>
      <p:sp>
        <p:nvSpPr>
          <p:cNvPr id="231" name="Text 26"/>
          <p:cNvSpPr txBox="1"/>
          <p:nvPr/>
        </p:nvSpPr>
        <p:spPr>
          <a:xfrm>
            <a:off x="1188719" y="5777737"/>
            <a:ext cx="953993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100">
                <a:solidFill>
                  <a:srgbClr val="51607A"/>
                </a:solidFill>
                <a:latin typeface="B Nazanin"/>
                <a:ea typeface="B Nazanin"/>
                <a:cs typeface="B Nazanin"/>
                <a:sym typeface="B Nazanin"/>
              </a:defRPr>
            </a:lvl1pPr>
          </a:lstStyle>
          <a:p>
            <a:pPr/>
            <a:r>
              <a:t>عملکرد کل سیستم به‌شدت به اینترنت و سرورها وابسته است؛ اختلال زیرساخت کل فرآیند را مختل می‌کند.</a:t>
            </a:r>
          </a:p>
        </p:txBody>
      </p:sp>
      <p:sp>
        <p:nvSpPr>
          <p:cNvPr id="232" name="Text 27"/>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تحلیل وابستگی‌های بین زیرسیستم‌ها</a:t>
            </a:r>
          </a:p>
        </p:txBody>
      </p:sp>
      <p:sp>
        <p:nvSpPr>
          <p:cNvPr id="235"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انواع وابستگی در سامانه</a:t>
            </a:r>
          </a:p>
        </p:txBody>
      </p:sp>
      <p:sp>
        <p:nvSpPr>
          <p:cNvPr id="236" name="Shape 2"/>
          <p:cNvSpPr/>
          <p:nvPr/>
        </p:nvSpPr>
        <p:spPr>
          <a:xfrm>
            <a:off x="6233007" y="1691639"/>
            <a:ext cx="5410049" cy="1874522"/>
          </a:xfrm>
          <a:prstGeom prst="roundRect">
            <a:avLst>
              <a:gd name="adj" fmla="val 4878"/>
            </a:avLst>
          </a:prstGeom>
          <a:solidFill>
            <a:srgbClr val="E8F1F5"/>
          </a:solidFill>
          <a:ln w="12700">
            <a:miter lim="400000"/>
          </a:ln>
        </p:spPr>
        <p:txBody>
          <a:bodyPr lIns="45719" rIns="45719"/>
          <a:lstStyle/>
          <a:p>
            <a:pPr/>
          </a:p>
        </p:txBody>
      </p:sp>
      <p:sp>
        <p:nvSpPr>
          <p:cNvPr id="237" name="Shape 3"/>
          <p:cNvSpPr/>
          <p:nvPr/>
        </p:nvSpPr>
        <p:spPr>
          <a:xfrm>
            <a:off x="6233007" y="1691639"/>
            <a:ext cx="82297" cy="1874522"/>
          </a:xfrm>
          <a:prstGeom prst="roundRect">
            <a:avLst>
              <a:gd name="adj" fmla="val 16667"/>
            </a:avLst>
          </a:prstGeom>
          <a:solidFill>
            <a:srgbClr val="065A82"/>
          </a:solidFill>
          <a:ln w="12700">
            <a:miter lim="400000"/>
          </a:ln>
        </p:spPr>
        <p:txBody>
          <a:bodyPr lIns="45719" rIns="45719"/>
          <a:lstStyle/>
          <a:p>
            <a:pPr/>
          </a:p>
        </p:txBody>
      </p:sp>
      <p:sp>
        <p:nvSpPr>
          <p:cNvPr id="238" name="Text 4"/>
          <p:cNvSpPr txBox="1"/>
          <p:nvPr/>
        </p:nvSpPr>
        <p:spPr>
          <a:xfrm>
            <a:off x="6461607" y="1910080"/>
            <a:ext cx="49528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600">
                <a:solidFill>
                  <a:srgbClr val="21295C"/>
                </a:solidFill>
                <a:latin typeface="B Nazanin"/>
                <a:ea typeface="B Nazanin"/>
                <a:cs typeface="B Nazanin"/>
                <a:sym typeface="B Nazanin"/>
              </a:defRPr>
            </a:lvl1pPr>
          </a:lstStyle>
          <a:p>
            <a:pPr/>
            <a:r>
              <a:t>وابستگی داده‌ای</a:t>
            </a:r>
          </a:p>
        </p:txBody>
      </p:sp>
      <p:sp>
        <p:nvSpPr>
          <p:cNvPr id="239" name="Text 5"/>
          <p:cNvSpPr txBox="1"/>
          <p:nvPr/>
        </p:nvSpPr>
        <p:spPr>
          <a:xfrm>
            <a:off x="6461607" y="2438829"/>
            <a:ext cx="4952849" cy="197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200">
                <a:solidFill>
                  <a:srgbClr val="51607A"/>
                </a:solidFill>
                <a:latin typeface="B Nazanin"/>
                <a:ea typeface="B Nazanin"/>
                <a:cs typeface="B Nazanin"/>
                <a:sym typeface="B Nazanin"/>
              </a:defRPr>
            </a:lvl1pPr>
          </a:lstStyle>
          <a:p>
            <a:pPr/>
            <a:r>
              <a:t>زیرسیستم برای انجام عملیات خود به داده‌های تولیدشدهٔ زیرسیستم دیگر نیاز دارد.</a:t>
            </a:r>
          </a:p>
        </p:txBody>
      </p:sp>
      <p:sp>
        <p:nvSpPr>
          <p:cNvPr id="240" name="Shape 6"/>
          <p:cNvSpPr/>
          <p:nvPr/>
        </p:nvSpPr>
        <p:spPr>
          <a:xfrm>
            <a:off x="6461607" y="3017520"/>
            <a:ext cx="4952849" cy="411481"/>
          </a:xfrm>
          <a:prstGeom prst="roundRect">
            <a:avLst>
              <a:gd name="adj" fmla="val 13333"/>
            </a:avLst>
          </a:prstGeom>
          <a:solidFill>
            <a:srgbClr val="FFFFFF"/>
          </a:solidFill>
          <a:ln w="12700">
            <a:solidFill>
              <a:srgbClr val="065A82"/>
            </a:solidFill>
          </a:ln>
        </p:spPr>
        <p:txBody>
          <a:bodyPr lIns="45719" rIns="45719"/>
          <a:lstStyle/>
          <a:p>
            <a:pPr/>
          </a:p>
        </p:txBody>
      </p:sp>
      <p:sp>
        <p:nvSpPr>
          <p:cNvPr id="241" name="Text 7"/>
          <p:cNvSpPr txBox="1"/>
          <p:nvPr/>
        </p:nvSpPr>
        <p:spPr>
          <a:xfrm>
            <a:off x="6507328" y="3138595"/>
            <a:ext cx="4861409" cy="1693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000">
                <a:solidFill>
                  <a:srgbClr val="065A82"/>
                </a:solidFill>
                <a:latin typeface="B Nazanin"/>
                <a:ea typeface="B Nazanin"/>
                <a:cs typeface="B Nazanin"/>
                <a:sym typeface="B Nazanin"/>
              </a:defRPr>
            </a:lvl1pPr>
          </a:lstStyle>
          <a:p>
            <a:pPr/>
            <a:r>
              <a:t>سیستم آزمون ← اطلاعات دانش‌آموز ← مدیریت کاربران</a:t>
            </a:r>
          </a:p>
        </p:txBody>
      </p:sp>
      <p:sp>
        <p:nvSpPr>
          <p:cNvPr id="242" name="Shape 8"/>
          <p:cNvSpPr/>
          <p:nvPr/>
        </p:nvSpPr>
        <p:spPr>
          <a:xfrm>
            <a:off x="548640" y="1691639"/>
            <a:ext cx="5410049" cy="1874522"/>
          </a:xfrm>
          <a:prstGeom prst="roundRect">
            <a:avLst>
              <a:gd name="adj" fmla="val 4878"/>
            </a:avLst>
          </a:prstGeom>
          <a:solidFill>
            <a:srgbClr val="E8F1F5"/>
          </a:solidFill>
          <a:ln w="12700">
            <a:miter lim="400000"/>
          </a:ln>
        </p:spPr>
        <p:txBody>
          <a:bodyPr lIns="45719" rIns="45719"/>
          <a:lstStyle/>
          <a:p>
            <a:pPr/>
          </a:p>
        </p:txBody>
      </p:sp>
      <p:sp>
        <p:nvSpPr>
          <p:cNvPr id="243" name="Shape 9"/>
          <p:cNvSpPr/>
          <p:nvPr/>
        </p:nvSpPr>
        <p:spPr>
          <a:xfrm>
            <a:off x="548640" y="1691639"/>
            <a:ext cx="82297" cy="1874522"/>
          </a:xfrm>
          <a:prstGeom prst="roundRect">
            <a:avLst>
              <a:gd name="adj" fmla="val 16667"/>
            </a:avLst>
          </a:prstGeom>
          <a:solidFill>
            <a:srgbClr val="1C7293"/>
          </a:solidFill>
          <a:ln w="12700">
            <a:miter lim="400000"/>
          </a:ln>
        </p:spPr>
        <p:txBody>
          <a:bodyPr lIns="45719" rIns="45719"/>
          <a:lstStyle/>
          <a:p>
            <a:pPr/>
          </a:p>
        </p:txBody>
      </p:sp>
      <p:sp>
        <p:nvSpPr>
          <p:cNvPr id="244" name="Text 10"/>
          <p:cNvSpPr txBox="1"/>
          <p:nvPr/>
        </p:nvSpPr>
        <p:spPr>
          <a:xfrm>
            <a:off x="777239" y="1910080"/>
            <a:ext cx="49528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600">
                <a:solidFill>
                  <a:srgbClr val="21295C"/>
                </a:solidFill>
                <a:latin typeface="B Nazanin"/>
                <a:ea typeface="B Nazanin"/>
                <a:cs typeface="B Nazanin"/>
                <a:sym typeface="B Nazanin"/>
              </a:defRPr>
            </a:lvl1pPr>
          </a:lstStyle>
          <a:p>
            <a:pPr/>
            <a:r>
              <a:t>وابستگی عملکردی</a:t>
            </a:r>
          </a:p>
        </p:txBody>
      </p:sp>
      <p:sp>
        <p:nvSpPr>
          <p:cNvPr id="245" name="Text 11"/>
          <p:cNvSpPr txBox="1"/>
          <p:nvPr/>
        </p:nvSpPr>
        <p:spPr>
          <a:xfrm>
            <a:off x="777239" y="2461259"/>
            <a:ext cx="495285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200">
                <a:solidFill>
                  <a:srgbClr val="51607A"/>
                </a:solidFill>
                <a:latin typeface="B Nazanin"/>
                <a:ea typeface="B Nazanin"/>
                <a:cs typeface="B Nazanin"/>
                <a:sym typeface="B Nazanin"/>
              </a:defRPr>
            </a:lvl1pPr>
          </a:lstStyle>
          <a:p>
            <a:pPr/>
            <a:r>
              <a:t>اجرای یک خدمت، منوط به تکمیل خدمتی دیگر است.</a:t>
            </a:r>
          </a:p>
        </p:txBody>
      </p:sp>
      <p:sp>
        <p:nvSpPr>
          <p:cNvPr id="246" name="Shape 12"/>
          <p:cNvSpPr/>
          <p:nvPr/>
        </p:nvSpPr>
        <p:spPr>
          <a:xfrm>
            <a:off x="777240" y="3017520"/>
            <a:ext cx="4952849" cy="411481"/>
          </a:xfrm>
          <a:prstGeom prst="roundRect">
            <a:avLst>
              <a:gd name="adj" fmla="val 13333"/>
            </a:avLst>
          </a:prstGeom>
          <a:solidFill>
            <a:srgbClr val="FFFFFF"/>
          </a:solidFill>
          <a:ln w="12700">
            <a:solidFill>
              <a:srgbClr val="1C7293"/>
            </a:solidFill>
          </a:ln>
        </p:spPr>
        <p:txBody>
          <a:bodyPr lIns="45719" rIns="45719"/>
          <a:lstStyle/>
          <a:p>
            <a:pPr/>
          </a:p>
        </p:txBody>
      </p:sp>
      <p:sp>
        <p:nvSpPr>
          <p:cNvPr id="247" name="Text 13"/>
          <p:cNvSpPr txBox="1"/>
          <p:nvPr/>
        </p:nvSpPr>
        <p:spPr>
          <a:xfrm>
            <a:off x="822960" y="3138595"/>
            <a:ext cx="4861408" cy="1693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000">
                <a:solidFill>
                  <a:srgbClr val="1C7293"/>
                </a:solidFill>
                <a:latin typeface="B Nazanin"/>
                <a:ea typeface="B Nazanin"/>
                <a:cs typeface="B Nazanin"/>
                <a:sym typeface="B Nazanin"/>
              </a:defRPr>
            </a:lvl1pPr>
          </a:lstStyle>
          <a:p>
            <a:pPr/>
            <a:r>
              <a:t>ورود به کلاس آنلاین ← وابسته به ← احراز هویت کاربر</a:t>
            </a:r>
          </a:p>
        </p:txBody>
      </p:sp>
      <p:sp>
        <p:nvSpPr>
          <p:cNvPr id="248" name="Shape 14"/>
          <p:cNvSpPr/>
          <p:nvPr/>
        </p:nvSpPr>
        <p:spPr>
          <a:xfrm>
            <a:off x="6233007" y="3794759"/>
            <a:ext cx="5410049" cy="1874521"/>
          </a:xfrm>
          <a:prstGeom prst="roundRect">
            <a:avLst>
              <a:gd name="adj" fmla="val 4878"/>
            </a:avLst>
          </a:prstGeom>
          <a:solidFill>
            <a:srgbClr val="E8F1F5"/>
          </a:solidFill>
          <a:ln w="12700">
            <a:miter lim="400000"/>
          </a:ln>
        </p:spPr>
        <p:txBody>
          <a:bodyPr lIns="45719" rIns="45719"/>
          <a:lstStyle/>
          <a:p>
            <a:pPr/>
          </a:p>
        </p:txBody>
      </p:sp>
      <p:sp>
        <p:nvSpPr>
          <p:cNvPr id="249" name="Shape 15"/>
          <p:cNvSpPr/>
          <p:nvPr/>
        </p:nvSpPr>
        <p:spPr>
          <a:xfrm>
            <a:off x="6233007" y="3794759"/>
            <a:ext cx="82297" cy="1874521"/>
          </a:xfrm>
          <a:prstGeom prst="roundRect">
            <a:avLst>
              <a:gd name="adj" fmla="val 16667"/>
            </a:avLst>
          </a:prstGeom>
          <a:solidFill>
            <a:srgbClr val="E8871E"/>
          </a:solidFill>
          <a:ln w="12700">
            <a:miter lim="400000"/>
          </a:ln>
        </p:spPr>
        <p:txBody>
          <a:bodyPr lIns="45719" rIns="45719"/>
          <a:lstStyle/>
          <a:p>
            <a:pPr/>
          </a:p>
        </p:txBody>
      </p:sp>
      <p:sp>
        <p:nvSpPr>
          <p:cNvPr id="250" name="Text 16"/>
          <p:cNvSpPr txBox="1"/>
          <p:nvPr/>
        </p:nvSpPr>
        <p:spPr>
          <a:xfrm>
            <a:off x="6461607" y="4013200"/>
            <a:ext cx="49528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600">
                <a:solidFill>
                  <a:srgbClr val="21295C"/>
                </a:solidFill>
                <a:latin typeface="B Nazanin"/>
                <a:ea typeface="B Nazanin"/>
                <a:cs typeface="B Nazanin"/>
                <a:sym typeface="B Nazanin"/>
              </a:defRPr>
            </a:lvl1pPr>
          </a:lstStyle>
          <a:p>
            <a:pPr/>
            <a:r>
              <a:t>وابستگی زمانی</a:t>
            </a:r>
          </a:p>
        </p:txBody>
      </p:sp>
      <p:sp>
        <p:nvSpPr>
          <p:cNvPr id="251" name="Text 17"/>
          <p:cNvSpPr txBox="1"/>
          <p:nvPr/>
        </p:nvSpPr>
        <p:spPr>
          <a:xfrm>
            <a:off x="6461607" y="4564379"/>
            <a:ext cx="495284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200">
                <a:solidFill>
                  <a:srgbClr val="51607A"/>
                </a:solidFill>
                <a:latin typeface="B Nazanin"/>
                <a:ea typeface="B Nazanin"/>
                <a:cs typeface="B Nazanin"/>
                <a:sym typeface="B Nazanin"/>
              </a:defRPr>
            </a:lvl1pPr>
          </a:lstStyle>
          <a:p>
            <a:pPr/>
            <a:r>
              <a:t>یک عملیات تنها پس از وقوع عملیات دیگر امکان‌پذیر است.</a:t>
            </a:r>
          </a:p>
        </p:txBody>
      </p:sp>
      <p:sp>
        <p:nvSpPr>
          <p:cNvPr id="252" name="Shape 18"/>
          <p:cNvSpPr/>
          <p:nvPr/>
        </p:nvSpPr>
        <p:spPr>
          <a:xfrm>
            <a:off x="6461607" y="5120640"/>
            <a:ext cx="4952849" cy="411481"/>
          </a:xfrm>
          <a:prstGeom prst="roundRect">
            <a:avLst>
              <a:gd name="adj" fmla="val 13333"/>
            </a:avLst>
          </a:prstGeom>
          <a:solidFill>
            <a:srgbClr val="FFFFFF"/>
          </a:solidFill>
          <a:ln w="12700">
            <a:solidFill>
              <a:srgbClr val="E8871E"/>
            </a:solidFill>
          </a:ln>
        </p:spPr>
        <p:txBody>
          <a:bodyPr lIns="45719" rIns="45719"/>
          <a:lstStyle/>
          <a:p>
            <a:pPr/>
          </a:p>
        </p:txBody>
      </p:sp>
      <p:sp>
        <p:nvSpPr>
          <p:cNvPr id="253" name="Text 19"/>
          <p:cNvSpPr txBox="1"/>
          <p:nvPr/>
        </p:nvSpPr>
        <p:spPr>
          <a:xfrm>
            <a:off x="6507328" y="5241715"/>
            <a:ext cx="4861409" cy="1693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000">
                <a:solidFill>
                  <a:srgbClr val="E8871E"/>
                </a:solidFill>
                <a:latin typeface="B Nazanin"/>
                <a:ea typeface="B Nazanin"/>
                <a:cs typeface="B Nazanin"/>
                <a:sym typeface="B Nazanin"/>
              </a:defRPr>
            </a:lvl1pPr>
          </a:lstStyle>
          <a:p>
            <a:pPr/>
            <a:r>
              <a:t>تصحیح آزمون ← بعد از ← اتمام آزمون</a:t>
            </a:r>
          </a:p>
        </p:txBody>
      </p:sp>
      <p:sp>
        <p:nvSpPr>
          <p:cNvPr id="254" name="Shape 20"/>
          <p:cNvSpPr/>
          <p:nvPr/>
        </p:nvSpPr>
        <p:spPr>
          <a:xfrm>
            <a:off x="548640" y="3794759"/>
            <a:ext cx="5410049" cy="1874521"/>
          </a:xfrm>
          <a:prstGeom prst="roundRect">
            <a:avLst>
              <a:gd name="adj" fmla="val 4878"/>
            </a:avLst>
          </a:prstGeom>
          <a:solidFill>
            <a:srgbClr val="E8F1F5"/>
          </a:solidFill>
          <a:ln w="12700">
            <a:miter lim="400000"/>
          </a:ln>
        </p:spPr>
        <p:txBody>
          <a:bodyPr lIns="45719" rIns="45719"/>
          <a:lstStyle/>
          <a:p>
            <a:pPr/>
          </a:p>
        </p:txBody>
      </p:sp>
      <p:sp>
        <p:nvSpPr>
          <p:cNvPr id="255" name="Shape 21"/>
          <p:cNvSpPr/>
          <p:nvPr/>
        </p:nvSpPr>
        <p:spPr>
          <a:xfrm>
            <a:off x="548640" y="3794759"/>
            <a:ext cx="82297" cy="1874521"/>
          </a:xfrm>
          <a:prstGeom prst="roundRect">
            <a:avLst>
              <a:gd name="adj" fmla="val 16667"/>
            </a:avLst>
          </a:prstGeom>
          <a:solidFill>
            <a:srgbClr val="21295C"/>
          </a:solidFill>
          <a:ln w="12700">
            <a:miter lim="400000"/>
          </a:ln>
        </p:spPr>
        <p:txBody>
          <a:bodyPr lIns="45719" rIns="45719"/>
          <a:lstStyle/>
          <a:p>
            <a:pPr/>
          </a:p>
        </p:txBody>
      </p:sp>
      <p:sp>
        <p:nvSpPr>
          <p:cNvPr id="256" name="Text 22"/>
          <p:cNvSpPr txBox="1"/>
          <p:nvPr/>
        </p:nvSpPr>
        <p:spPr>
          <a:xfrm>
            <a:off x="777239" y="4013200"/>
            <a:ext cx="49528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600">
                <a:solidFill>
                  <a:srgbClr val="21295C"/>
                </a:solidFill>
                <a:latin typeface="B Nazanin"/>
                <a:ea typeface="B Nazanin"/>
                <a:cs typeface="B Nazanin"/>
                <a:sym typeface="B Nazanin"/>
              </a:defRPr>
            </a:lvl1pPr>
          </a:lstStyle>
          <a:p>
            <a:pPr/>
            <a:r>
              <a:t>وابستگی کنترلی</a:t>
            </a:r>
          </a:p>
        </p:txBody>
      </p:sp>
      <p:sp>
        <p:nvSpPr>
          <p:cNvPr id="257" name="Text 23"/>
          <p:cNvSpPr txBox="1"/>
          <p:nvPr/>
        </p:nvSpPr>
        <p:spPr>
          <a:xfrm>
            <a:off x="777239" y="4564379"/>
            <a:ext cx="495285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200">
                <a:solidFill>
                  <a:srgbClr val="51607A"/>
                </a:solidFill>
                <a:latin typeface="B Nazanin"/>
                <a:ea typeface="B Nazanin"/>
                <a:cs typeface="B Nazanin"/>
                <a:sym typeface="B Nazanin"/>
              </a:defRPr>
            </a:lvl1pPr>
          </a:lstStyle>
          <a:p>
            <a:pPr/>
            <a:r>
              <a:t>یک زیرسیستم رفتار زیرسیستم دیگر را کنترل می‌کند.</a:t>
            </a:r>
          </a:p>
        </p:txBody>
      </p:sp>
      <p:sp>
        <p:nvSpPr>
          <p:cNvPr id="258" name="Shape 24"/>
          <p:cNvSpPr/>
          <p:nvPr/>
        </p:nvSpPr>
        <p:spPr>
          <a:xfrm>
            <a:off x="777240" y="5120640"/>
            <a:ext cx="4952849" cy="411481"/>
          </a:xfrm>
          <a:prstGeom prst="roundRect">
            <a:avLst>
              <a:gd name="adj" fmla="val 13333"/>
            </a:avLst>
          </a:prstGeom>
          <a:solidFill>
            <a:srgbClr val="FFFFFF"/>
          </a:solidFill>
          <a:ln w="12700">
            <a:solidFill>
              <a:srgbClr val="21295C"/>
            </a:solidFill>
          </a:ln>
        </p:spPr>
        <p:txBody>
          <a:bodyPr lIns="45719" rIns="45719"/>
          <a:lstStyle/>
          <a:p>
            <a:pPr/>
          </a:p>
        </p:txBody>
      </p:sp>
      <p:sp>
        <p:nvSpPr>
          <p:cNvPr id="259" name="Text 25"/>
          <p:cNvSpPr txBox="1"/>
          <p:nvPr/>
        </p:nvSpPr>
        <p:spPr>
          <a:xfrm>
            <a:off x="822960" y="5241715"/>
            <a:ext cx="4861408" cy="1693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000">
                <a:solidFill>
                  <a:srgbClr val="21295C"/>
                </a:solidFill>
                <a:latin typeface="B Nazanin"/>
                <a:ea typeface="B Nazanin"/>
                <a:cs typeface="B Nazanin"/>
                <a:sym typeface="B Nazanin"/>
              </a:defRPr>
            </a:lvl1pPr>
          </a:lstStyle>
          <a:p>
            <a:pPr/>
            <a:r>
              <a:t>مدیریت مدارس ← اعمال سیاست دسترسی ← مدیریت کاربران</a:t>
            </a:r>
          </a:p>
        </p:txBody>
      </p:sp>
      <p:sp>
        <p:nvSpPr>
          <p:cNvPr id="260" name="Text 26"/>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نمودار وابستگی زیرسیستم‌ها</a:t>
            </a:r>
          </a:p>
        </p:txBody>
      </p:sp>
      <p:sp>
        <p:nvSpPr>
          <p:cNvPr id="263"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زیرسیستم‌های بحرانی سامانه</a:t>
            </a:r>
          </a:p>
        </p:txBody>
      </p:sp>
      <p:sp>
        <p:nvSpPr>
          <p:cNvPr id="264" name="Shape 2"/>
          <p:cNvSpPr/>
          <p:nvPr/>
        </p:nvSpPr>
        <p:spPr>
          <a:xfrm>
            <a:off x="548640" y="1645920"/>
            <a:ext cx="6400801" cy="4297680"/>
          </a:xfrm>
          <a:prstGeom prst="roundRect">
            <a:avLst>
              <a:gd name="adj" fmla="val 2128"/>
            </a:avLst>
          </a:prstGeom>
          <a:solidFill>
            <a:srgbClr val="FAFBFC"/>
          </a:solidFill>
          <a:ln w="12700">
            <a:solidFill>
              <a:srgbClr val="DCE4EA"/>
            </a:solidFill>
          </a:ln>
        </p:spPr>
        <p:txBody>
          <a:bodyPr lIns="45719" rIns="45719"/>
          <a:lstStyle/>
          <a:p>
            <a:pPr/>
          </a:p>
        </p:txBody>
      </p:sp>
      <p:sp>
        <p:nvSpPr>
          <p:cNvPr id="265" name="Shape 3"/>
          <p:cNvSpPr/>
          <p:nvPr/>
        </p:nvSpPr>
        <p:spPr>
          <a:xfrm>
            <a:off x="914400" y="2148839"/>
            <a:ext cx="2103121" cy="777241"/>
          </a:xfrm>
          <a:prstGeom prst="roundRect">
            <a:avLst>
              <a:gd name="adj" fmla="val 11765"/>
            </a:avLst>
          </a:prstGeom>
          <a:solidFill>
            <a:srgbClr val="E8871E"/>
          </a:solidFill>
          <a:ln w="12700">
            <a:miter lim="400000"/>
          </a:ln>
        </p:spPr>
        <p:txBody>
          <a:bodyPr lIns="45719" rIns="45719"/>
          <a:lstStyle/>
          <a:p>
            <a:pPr/>
          </a:p>
        </p:txBody>
      </p:sp>
      <p:sp>
        <p:nvSpPr>
          <p:cNvPr id="266" name="Text 4"/>
          <p:cNvSpPr txBox="1"/>
          <p:nvPr/>
        </p:nvSpPr>
        <p:spPr>
          <a:xfrm>
            <a:off x="914399" y="2448559"/>
            <a:ext cx="210312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400">
                <a:solidFill>
                  <a:srgbClr val="FFFFFF"/>
                </a:solidFill>
                <a:latin typeface="B Nazanin"/>
                <a:ea typeface="B Nazanin"/>
                <a:cs typeface="B Nazanin"/>
                <a:sym typeface="B Nazanin"/>
              </a:defRPr>
            </a:lvl1pPr>
          </a:lstStyle>
          <a:p>
            <a:pPr/>
            <a:r>
              <a:t>احراز هویت</a:t>
            </a:r>
          </a:p>
        </p:txBody>
      </p:sp>
      <p:sp>
        <p:nvSpPr>
          <p:cNvPr id="267" name="Shape 5"/>
          <p:cNvSpPr/>
          <p:nvPr/>
        </p:nvSpPr>
        <p:spPr>
          <a:xfrm>
            <a:off x="914400" y="3520440"/>
            <a:ext cx="2103121" cy="777241"/>
          </a:xfrm>
          <a:prstGeom prst="roundRect">
            <a:avLst>
              <a:gd name="adj" fmla="val 11765"/>
            </a:avLst>
          </a:prstGeom>
          <a:solidFill>
            <a:srgbClr val="E8871E"/>
          </a:solidFill>
          <a:ln w="12700">
            <a:miter lim="400000"/>
          </a:ln>
        </p:spPr>
        <p:txBody>
          <a:bodyPr lIns="45719" rIns="45719"/>
          <a:lstStyle/>
          <a:p>
            <a:pPr/>
          </a:p>
        </p:txBody>
      </p:sp>
      <p:sp>
        <p:nvSpPr>
          <p:cNvPr id="268" name="Text 6"/>
          <p:cNvSpPr txBox="1"/>
          <p:nvPr/>
        </p:nvSpPr>
        <p:spPr>
          <a:xfrm>
            <a:off x="914399" y="3820160"/>
            <a:ext cx="210312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400">
                <a:solidFill>
                  <a:srgbClr val="FFFFFF"/>
                </a:solidFill>
                <a:latin typeface="B Nazanin"/>
                <a:ea typeface="B Nazanin"/>
                <a:cs typeface="B Nazanin"/>
                <a:sym typeface="B Nazanin"/>
              </a:defRPr>
            </a:lvl1pPr>
          </a:lstStyle>
          <a:p>
            <a:pPr/>
            <a:r>
              <a:t>مدیریت کاربران</a:t>
            </a:r>
          </a:p>
        </p:txBody>
      </p:sp>
      <p:sp>
        <p:nvSpPr>
          <p:cNvPr id="269" name="Shape 7"/>
          <p:cNvSpPr/>
          <p:nvPr/>
        </p:nvSpPr>
        <p:spPr>
          <a:xfrm>
            <a:off x="914400" y="4892040"/>
            <a:ext cx="2103121" cy="777241"/>
          </a:xfrm>
          <a:prstGeom prst="roundRect">
            <a:avLst>
              <a:gd name="adj" fmla="val 11765"/>
            </a:avLst>
          </a:prstGeom>
          <a:solidFill>
            <a:srgbClr val="E8871E"/>
          </a:solidFill>
          <a:ln w="12700">
            <a:miter lim="400000"/>
          </a:ln>
        </p:spPr>
        <p:txBody>
          <a:bodyPr lIns="45719" rIns="45719"/>
          <a:lstStyle/>
          <a:p>
            <a:pPr/>
          </a:p>
        </p:txBody>
      </p:sp>
      <p:sp>
        <p:nvSpPr>
          <p:cNvPr id="270" name="Text 8"/>
          <p:cNvSpPr txBox="1"/>
          <p:nvPr/>
        </p:nvSpPr>
        <p:spPr>
          <a:xfrm>
            <a:off x="914399" y="5191760"/>
            <a:ext cx="210312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400">
                <a:solidFill>
                  <a:srgbClr val="FFFFFF"/>
                </a:solidFill>
                <a:latin typeface="B Nazanin"/>
                <a:ea typeface="B Nazanin"/>
                <a:cs typeface="B Nazanin"/>
                <a:sym typeface="B Nazanin"/>
              </a:defRPr>
            </a:lvl1pPr>
          </a:lstStyle>
          <a:p>
            <a:pPr/>
            <a:r>
              <a:t>گزارش‌گیری</a:t>
            </a:r>
          </a:p>
        </p:txBody>
      </p:sp>
      <p:sp>
        <p:nvSpPr>
          <p:cNvPr id="271" name="Shape 9"/>
          <p:cNvSpPr/>
          <p:nvPr/>
        </p:nvSpPr>
        <p:spPr>
          <a:xfrm flipV="1">
            <a:off x="3017520" y="2194560"/>
            <a:ext cx="3611881" cy="342901"/>
          </a:xfrm>
          <a:prstGeom prst="line">
            <a:avLst/>
          </a:prstGeom>
          <a:ln w="15875">
            <a:solidFill>
              <a:srgbClr val="D5DEE5"/>
            </a:solidFill>
          </a:ln>
        </p:spPr>
        <p:txBody>
          <a:bodyPr lIns="45719" rIns="45719"/>
          <a:lstStyle/>
          <a:p>
            <a:pPr/>
          </a:p>
        </p:txBody>
      </p:sp>
      <p:sp>
        <p:nvSpPr>
          <p:cNvPr id="272" name="Shape 10"/>
          <p:cNvSpPr/>
          <p:nvPr/>
        </p:nvSpPr>
        <p:spPr>
          <a:xfrm>
            <a:off x="3017520" y="2537460"/>
            <a:ext cx="3611881" cy="297181"/>
          </a:xfrm>
          <a:prstGeom prst="line">
            <a:avLst/>
          </a:prstGeom>
          <a:ln w="15875">
            <a:solidFill>
              <a:srgbClr val="D5DEE5"/>
            </a:solidFill>
          </a:ln>
        </p:spPr>
        <p:txBody>
          <a:bodyPr lIns="45719" rIns="45719"/>
          <a:lstStyle/>
          <a:p>
            <a:pPr/>
          </a:p>
        </p:txBody>
      </p:sp>
      <p:sp>
        <p:nvSpPr>
          <p:cNvPr id="273" name="Shape 11"/>
          <p:cNvSpPr/>
          <p:nvPr/>
        </p:nvSpPr>
        <p:spPr>
          <a:xfrm flipV="1">
            <a:off x="3017520" y="3474720"/>
            <a:ext cx="3611881" cy="434341"/>
          </a:xfrm>
          <a:prstGeom prst="line">
            <a:avLst/>
          </a:prstGeom>
          <a:ln w="15875">
            <a:solidFill>
              <a:srgbClr val="D5DEE5"/>
            </a:solidFill>
          </a:ln>
        </p:spPr>
        <p:txBody>
          <a:bodyPr lIns="45719" rIns="45719"/>
          <a:lstStyle/>
          <a:p>
            <a:pPr/>
          </a:p>
        </p:txBody>
      </p:sp>
      <p:sp>
        <p:nvSpPr>
          <p:cNvPr id="274" name="Shape 12"/>
          <p:cNvSpPr/>
          <p:nvPr/>
        </p:nvSpPr>
        <p:spPr>
          <a:xfrm>
            <a:off x="3017520" y="3909059"/>
            <a:ext cx="3611881" cy="205741"/>
          </a:xfrm>
          <a:prstGeom prst="line">
            <a:avLst/>
          </a:prstGeom>
          <a:ln w="15875">
            <a:solidFill>
              <a:srgbClr val="D5DEE5"/>
            </a:solidFill>
          </a:ln>
        </p:spPr>
        <p:txBody>
          <a:bodyPr lIns="45719" rIns="45719"/>
          <a:lstStyle/>
          <a:p>
            <a:pPr/>
          </a:p>
        </p:txBody>
      </p:sp>
      <p:sp>
        <p:nvSpPr>
          <p:cNvPr id="275" name="Shape 13"/>
          <p:cNvSpPr/>
          <p:nvPr/>
        </p:nvSpPr>
        <p:spPr>
          <a:xfrm flipV="1">
            <a:off x="3017520" y="4754879"/>
            <a:ext cx="3611881" cy="525781"/>
          </a:xfrm>
          <a:prstGeom prst="line">
            <a:avLst/>
          </a:prstGeom>
          <a:ln w="15875">
            <a:solidFill>
              <a:srgbClr val="D5DEE5"/>
            </a:solidFill>
          </a:ln>
        </p:spPr>
        <p:txBody>
          <a:bodyPr lIns="45719" rIns="45719"/>
          <a:lstStyle/>
          <a:p>
            <a:pPr/>
          </a:p>
        </p:txBody>
      </p:sp>
      <p:sp>
        <p:nvSpPr>
          <p:cNvPr id="276" name="Shape 14"/>
          <p:cNvSpPr/>
          <p:nvPr/>
        </p:nvSpPr>
        <p:spPr>
          <a:xfrm>
            <a:off x="3017520" y="5280659"/>
            <a:ext cx="3611881" cy="114301"/>
          </a:xfrm>
          <a:prstGeom prst="line">
            <a:avLst/>
          </a:prstGeom>
          <a:ln w="15875">
            <a:solidFill>
              <a:srgbClr val="D5DEE5"/>
            </a:solidFill>
          </a:ln>
        </p:spPr>
        <p:txBody>
          <a:bodyPr lIns="45719" rIns="45719"/>
          <a:lstStyle/>
          <a:p>
            <a:pPr/>
          </a:p>
        </p:txBody>
      </p:sp>
      <p:sp>
        <p:nvSpPr>
          <p:cNvPr id="277" name="Shape 15"/>
          <p:cNvSpPr/>
          <p:nvPr/>
        </p:nvSpPr>
        <p:spPr>
          <a:xfrm>
            <a:off x="5029200" y="1965960"/>
            <a:ext cx="1600200" cy="457201"/>
          </a:xfrm>
          <a:prstGeom prst="roundRect">
            <a:avLst>
              <a:gd name="adj" fmla="val 14000"/>
            </a:avLst>
          </a:prstGeom>
          <a:solidFill>
            <a:srgbClr val="E8F1F5"/>
          </a:solidFill>
          <a:ln w="12700">
            <a:miter lim="400000"/>
          </a:ln>
        </p:spPr>
        <p:txBody>
          <a:bodyPr lIns="45719" rIns="45719"/>
          <a:lstStyle/>
          <a:p>
            <a:pPr/>
          </a:p>
        </p:txBody>
      </p:sp>
      <p:sp>
        <p:nvSpPr>
          <p:cNvPr id="278" name="Text 16"/>
          <p:cNvSpPr txBox="1"/>
          <p:nvPr/>
        </p:nvSpPr>
        <p:spPr>
          <a:xfrm>
            <a:off x="5029200" y="2124710"/>
            <a:ext cx="16002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21295C"/>
                </a:solidFill>
                <a:latin typeface="B Nazanin"/>
                <a:ea typeface="B Nazanin"/>
                <a:cs typeface="B Nazanin"/>
                <a:sym typeface="B Nazanin"/>
              </a:defRPr>
            </a:lvl1pPr>
          </a:lstStyle>
          <a:p>
            <a:pPr/>
            <a:r>
              <a:t>کلاس‌ها</a:t>
            </a:r>
          </a:p>
        </p:txBody>
      </p:sp>
      <p:sp>
        <p:nvSpPr>
          <p:cNvPr id="279" name="Shape 17"/>
          <p:cNvSpPr/>
          <p:nvPr/>
        </p:nvSpPr>
        <p:spPr>
          <a:xfrm>
            <a:off x="5029200" y="2606039"/>
            <a:ext cx="1600200" cy="457201"/>
          </a:xfrm>
          <a:prstGeom prst="roundRect">
            <a:avLst>
              <a:gd name="adj" fmla="val 14000"/>
            </a:avLst>
          </a:prstGeom>
          <a:solidFill>
            <a:srgbClr val="E8F1F5"/>
          </a:solidFill>
          <a:ln w="12700">
            <a:miter lim="400000"/>
          </a:ln>
        </p:spPr>
        <p:txBody>
          <a:bodyPr lIns="45719" rIns="45719"/>
          <a:lstStyle/>
          <a:p>
            <a:pPr/>
          </a:p>
        </p:txBody>
      </p:sp>
      <p:sp>
        <p:nvSpPr>
          <p:cNvPr id="280" name="Text 18"/>
          <p:cNvSpPr txBox="1"/>
          <p:nvPr/>
        </p:nvSpPr>
        <p:spPr>
          <a:xfrm>
            <a:off x="5029200" y="2764789"/>
            <a:ext cx="16002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21295C"/>
                </a:solidFill>
                <a:latin typeface="B Nazanin"/>
                <a:ea typeface="B Nazanin"/>
                <a:cs typeface="B Nazanin"/>
                <a:sym typeface="B Nazanin"/>
              </a:defRPr>
            </a:lvl1pPr>
          </a:lstStyle>
          <a:p>
            <a:pPr/>
            <a:r>
              <a:t>آزمون آنلاین</a:t>
            </a:r>
          </a:p>
        </p:txBody>
      </p:sp>
      <p:sp>
        <p:nvSpPr>
          <p:cNvPr id="281" name="Shape 19"/>
          <p:cNvSpPr/>
          <p:nvPr/>
        </p:nvSpPr>
        <p:spPr>
          <a:xfrm>
            <a:off x="5029200" y="3246120"/>
            <a:ext cx="1600200" cy="457201"/>
          </a:xfrm>
          <a:prstGeom prst="roundRect">
            <a:avLst>
              <a:gd name="adj" fmla="val 14000"/>
            </a:avLst>
          </a:prstGeom>
          <a:solidFill>
            <a:srgbClr val="E8F1F5"/>
          </a:solidFill>
          <a:ln w="12700">
            <a:miter lim="400000"/>
          </a:ln>
        </p:spPr>
        <p:txBody>
          <a:bodyPr lIns="45719" rIns="45719"/>
          <a:lstStyle/>
          <a:p>
            <a:pPr/>
          </a:p>
        </p:txBody>
      </p:sp>
      <p:sp>
        <p:nvSpPr>
          <p:cNvPr id="282" name="Text 20"/>
          <p:cNvSpPr txBox="1"/>
          <p:nvPr/>
        </p:nvSpPr>
        <p:spPr>
          <a:xfrm>
            <a:off x="5029200" y="3404870"/>
            <a:ext cx="16002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21295C"/>
                </a:solidFill>
                <a:latin typeface="B Nazanin"/>
                <a:ea typeface="B Nazanin"/>
                <a:cs typeface="B Nazanin"/>
                <a:sym typeface="B Nazanin"/>
              </a:defRPr>
            </a:lvl1pPr>
          </a:lstStyle>
          <a:p>
            <a:pPr/>
            <a:r>
              <a:t>تکالیف</a:t>
            </a:r>
          </a:p>
        </p:txBody>
      </p:sp>
      <p:sp>
        <p:nvSpPr>
          <p:cNvPr id="283" name="Shape 21"/>
          <p:cNvSpPr/>
          <p:nvPr/>
        </p:nvSpPr>
        <p:spPr>
          <a:xfrm>
            <a:off x="5029200" y="3886200"/>
            <a:ext cx="1600200" cy="457200"/>
          </a:xfrm>
          <a:prstGeom prst="roundRect">
            <a:avLst>
              <a:gd name="adj" fmla="val 14000"/>
            </a:avLst>
          </a:prstGeom>
          <a:solidFill>
            <a:srgbClr val="E8F1F5"/>
          </a:solidFill>
          <a:ln w="12700">
            <a:miter lim="400000"/>
          </a:ln>
        </p:spPr>
        <p:txBody>
          <a:bodyPr lIns="45719" rIns="45719"/>
          <a:lstStyle/>
          <a:p>
            <a:pPr/>
          </a:p>
        </p:txBody>
      </p:sp>
      <p:sp>
        <p:nvSpPr>
          <p:cNvPr id="284" name="Text 22"/>
          <p:cNvSpPr txBox="1"/>
          <p:nvPr/>
        </p:nvSpPr>
        <p:spPr>
          <a:xfrm>
            <a:off x="5029200" y="4044950"/>
            <a:ext cx="16002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21295C"/>
                </a:solidFill>
                <a:latin typeface="B Nazanin"/>
                <a:ea typeface="B Nazanin"/>
                <a:cs typeface="B Nazanin"/>
                <a:sym typeface="B Nazanin"/>
              </a:defRPr>
            </a:lvl1pPr>
          </a:lstStyle>
          <a:p>
            <a:pPr/>
            <a:r>
              <a:t>حضور و غیاب</a:t>
            </a:r>
          </a:p>
        </p:txBody>
      </p:sp>
      <p:sp>
        <p:nvSpPr>
          <p:cNvPr id="285" name="Shape 23"/>
          <p:cNvSpPr/>
          <p:nvPr/>
        </p:nvSpPr>
        <p:spPr>
          <a:xfrm>
            <a:off x="5029200" y="4526279"/>
            <a:ext cx="1600200" cy="457201"/>
          </a:xfrm>
          <a:prstGeom prst="roundRect">
            <a:avLst>
              <a:gd name="adj" fmla="val 14000"/>
            </a:avLst>
          </a:prstGeom>
          <a:solidFill>
            <a:srgbClr val="E8F1F5"/>
          </a:solidFill>
          <a:ln w="12700">
            <a:miter lim="400000"/>
          </a:ln>
        </p:spPr>
        <p:txBody>
          <a:bodyPr lIns="45719" rIns="45719"/>
          <a:lstStyle/>
          <a:p>
            <a:pPr/>
          </a:p>
        </p:txBody>
      </p:sp>
      <p:sp>
        <p:nvSpPr>
          <p:cNvPr id="286" name="Text 24"/>
          <p:cNvSpPr txBox="1"/>
          <p:nvPr/>
        </p:nvSpPr>
        <p:spPr>
          <a:xfrm>
            <a:off x="5029200" y="4685029"/>
            <a:ext cx="16002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21295C"/>
                </a:solidFill>
                <a:latin typeface="B Nazanin"/>
                <a:ea typeface="B Nazanin"/>
                <a:cs typeface="B Nazanin"/>
                <a:sym typeface="B Nazanin"/>
              </a:defRPr>
            </a:lvl1pPr>
          </a:lstStyle>
          <a:p>
            <a:pPr/>
            <a:r>
              <a:t>پیام‌رسان</a:t>
            </a:r>
          </a:p>
        </p:txBody>
      </p:sp>
      <p:sp>
        <p:nvSpPr>
          <p:cNvPr id="287" name="Shape 25"/>
          <p:cNvSpPr/>
          <p:nvPr/>
        </p:nvSpPr>
        <p:spPr>
          <a:xfrm>
            <a:off x="5029200" y="5166359"/>
            <a:ext cx="1600200" cy="457201"/>
          </a:xfrm>
          <a:prstGeom prst="roundRect">
            <a:avLst>
              <a:gd name="adj" fmla="val 14000"/>
            </a:avLst>
          </a:prstGeom>
          <a:solidFill>
            <a:srgbClr val="E8F1F5"/>
          </a:solidFill>
          <a:ln w="12700">
            <a:miter lim="400000"/>
          </a:ln>
        </p:spPr>
        <p:txBody>
          <a:bodyPr lIns="45719" rIns="45719"/>
          <a:lstStyle/>
          <a:p>
            <a:pPr/>
          </a:p>
        </p:txBody>
      </p:sp>
      <p:sp>
        <p:nvSpPr>
          <p:cNvPr id="288" name="Text 26"/>
          <p:cNvSpPr txBox="1"/>
          <p:nvPr/>
        </p:nvSpPr>
        <p:spPr>
          <a:xfrm>
            <a:off x="5029200" y="5325109"/>
            <a:ext cx="16002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100">
                <a:solidFill>
                  <a:srgbClr val="21295C"/>
                </a:solidFill>
                <a:latin typeface="B Nazanin"/>
                <a:ea typeface="B Nazanin"/>
                <a:cs typeface="B Nazanin"/>
                <a:sym typeface="B Nazanin"/>
              </a:defRPr>
            </a:lvl1pPr>
          </a:lstStyle>
          <a:p>
            <a:pPr/>
            <a:r>
              <a:t>اعلان‌ها</a:t>
            </a:r>
          </a:p>
        </p:txBody>
      </p:sp>
      <p:sp>
        <p:nvSpPr>
          <p:cNvPr id="289" name="Text 27"/>
          <p:cNvSpPr txBox="1"/>
          <p:nvPr/>
        </p:nvSpPr>
        <p:spPr>
          <a:xfrm>
            <a:off x="7269480" y="1733550"/>
            <a:ext cx="4373576"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500">
                <a:solidFill>
                  <a:srgbClr val="21295C"/>
                </a:solidFill>
                <a:latin typeface="B Nazanin"/>
                <a:ea typeface="B Nazanin"/>
                <a:cs typeface="B Nazanin"/>
                <a:sym typeface="B Nazanin"/>
              </a:defRPr>
            </a:lvl1pPr>
          </a:lstStyle>
          <a:p>
            <a:pPr/>
            <a:r>
              <a:t>چرا این سه زیرسیستم بحرانی‌اند؟</a:t>
            </a:r>
          </a:p>
        </p:txBody>
      </p:sp>
      <p:sp>
        <p:nvSpPr>
          <p:cNvPr id="290" name="Shape 28"/>
          <p:cNvSpPr/>
          <p:nvPr/>
        </p:nvSpPr>
        <p:spPr>
          <a:xfrm>
            <a:off x="7269480" y="2148839"/>
            <a:ext cx="4373576" cy="1188721"/>
          </a:xfrm>
          <a:prstGeom prst="roundRect">
            <a:avLst>
              <a:gd name="adj" fmla="val 6154"/>
            </a:avLst>
          </a:prstGeom>
          <a:solidFill>
            <a:srgbClr val="FFF6EC"/>
          </a:solidFill>
          <a:ln w="12700">
            <a:miter lim="400000"/>
          </a:ln>
        </p:spPr>
        <p:txBody>
          <a:bodyPr lIns="45719" rIns="45719"/>
          <a:lstStyle/>
          <a:p>
            <a:pPr/>
          </a:p>
        </p:txBody>
      </p:sp>
      <p:sp>
        <p:nvSpPr>
          <p:cNvPr id="291" name="Text 29"/>
          <p:cNvSpPr txBox="1"/>
          <p:nvPr/>
        </p:nvSpPr>
        <p:spPr>
          <a:xfrm>
            <a:off x="7434071" y="2336037"/>
            <a:ext cx="404439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E8871E"/>
                </a:solidFill>
                <a:latin typeface="B Nazanin"/>
                <a:ea typeface="B Nazanin"/>
                <a:cs typeface="B Nazanin"/>
                <a:sym typeface="B Nazanin"/>
              </a:defRPr>
            </a:lvl1pPr>
          </a:lstStyle>
          <a:p>
            <a:pPr/>
            <a:r>
              <a:t>احراز هویت</a:t>
            </a:r>
          </a:p>
        </p:txBody>
      </p:sp>
      <p:sp>
        <p:nvSpPr>
          <p:cNvPr id="292" name="Text 30"/>
          <p:cNvSpPr txBox="1"/>
          <p:nvPr/>
        </p:nvSpPr>
        <p:spPr>
          <a:xfrm>
            <a:off x="7434071" y="2839372"/>
            <a:ext cx="4044392" cy="1734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100">
                <a:solidFill>
                  <a:srgbClr val="1A2130"/>
                </a:solidFill>
                <a:latin typeface="B Nazanin"/>
                <a:ea typeface="B Nazanin"/>
                <a:cs typeface="B Nazanin"/>
                <a:sym typeface="B Nazanin"/>
              </a:defRPr>
            </a:lvl1pPr>
          </a:lstStyle>
          <a:p>
            <a:pPr/>
            <a:r>
              <a:t>نقطهٔ ورود تمام کاربران؛ خرابی آن یعنی توقف کل سامانه.</a:t>
            </a:r>
          </a:p>
        </p:txBody>
      </p:sp>
      <p:sp>
        <p:nvSpPr>
          <p:cNvPr id="293" name="Shape 31"/>
          <p:cNvSpPr/>
          <p:nvPr/>
        </p:nvSpPr>
        <p:spPr>
          <a:xfrm>
            <a:off x="7269480" y="3520440"/>
            <a:ext cx="4373576" cy="1188721"/>
          </a:xfrm>
          <a:prstGeom prst="roundRect">
            <a:avLst>
              <a:gd name="adj" fmla="val 6154"/>
            </a:avLst>
          </a:prstGeom>
          <a:solidFill>
            <a:srgbClr val="FFF6EC"/>
          </a:solidFill>
          <a:ln w="12700">
            <a:miter lim="400000"/>
          </a:ln>
        </p:spPr>
        <p:txBody>
          <a:bodyPr lIns="45719" rIns="45719"/>
          <a:lstStyle/>
          <a:p>
            <a:pPr/>
          </a:p>
        </p:txBody>
      </p:sp>
      <p:sp>
        <p:nvSpPr>
          <p:cNvPr id="294" name="Text 32"/>
          <p:cNvSpPr txBox="1"/>
          <p:nvPr/>
        </p:nvSpPr>
        <p:spPr>
          <a:xfrm>
            <a:off x="7434071" y="3707637"/>
            <a:ext cx="404439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E8871E"/>
                </a:solidFill>
                <a:latin typeface="B Nazanin"/>
                <a:ea typeface="B Nazanin"/>
                <a:cs typeface="B Nazanin"/>
                <a:sym typeface="B Nazanin"/>
              </a:defRPr>
            </a:lvl1pPr>
          </a:lstStyle>
          <a:p>
            <a:pPr/>
            <a:r>
              <a:t>مدیریت کاربران</a:t>
            </a:r>
          </a:p>
        </p:txBody>
      </p:sp>
      <p:sp>
        <p:nvSpPr>
          <p:cNvPr id="295" name="Text 33"/>
          <p:cNvSpPr txBox="1"/>
          <p:nvPr/>
        </p:nvSpPr>
        <p:spPr>
          <a:xfrm>
            <a:off x="7434071" y="4227830"/>
            <a:ext cx="404439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100">
                <a:solidFill>
                  <a:srgbClr val="1A2130"/>
                </a:solidFill>
                <a:latin typeface="B Nazanin"/>
                <a:ea typeface="B Nazanin"/>
                <a:cs typeface="B Nazanin"/>
                <a:sym typeface="B Nazanin"/>
              </a:defRPr>
            </a:lvl1pPr>
          </a:lstStyle>
          <a:p>
            <a:pPr/>
            <a:r>
              <a:t>تقریباً تمام سرویس‌ها به اطلاعات آن وابسته‌اند.</a:t>
            </a:r>
          </a:p>
        </p:txBody>
      </p:sp>
      <p:sp>
        <p:nvSpPr>
          <p:cNvPr id="296" name="Shape 34"/>
          <p:cNvSpPr/>
          <p:nvPr/>
        </p:nvSpPr>
        <p:spPr>
          <a:xfrm>
            <a:off x="7269480" y="4892040"/>
            <a:ext cx="4373576" cy="1188721"/>
          </a:xfrm>
          <a:prstGeom prst="roundRect">
            <a:avLst>
              <a:gd name="adj" fmla="val 6154"/>
            </a:avLst>
          </a:prstGeom>
          <a:solidFill>
            <a:srgbClr val="FFF6EC"/>
          </a:solidFill>
          <a:ln w="12700">
            <a:miter lim="400000"/>
          </a:ln>
        </p:spPr>
        <p:txBody>
          <a:bodyPr lIns="45719" rIns="45719"/>
          <a:lstStyle/>
          <a:p>
            <a:pPr/>
          </a:p>
        </p:txBody>
      </p:sp>
      <p:sp>
        <p:nvSpPr>
          <p:cNvPr id="297" name="Text 35"/>
          <p:cNvSpPr txBox="1"/>
          <p:nvPr/>
        </p:nvSpPr>
        <p:spPr>
          <a:xfrm>
            <a:off x="7434071" y="5079237"/>
            <a:ext cx="404439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E8871E"/>
                </a:solidFill>
                <a:latin typeface="B Nazanin"/>
                <a:ea typeface="B Nazanin"/>
                <a:cs typeface="B Nazanin"/>
                <a:sym typeface="B Nazanin"/>
              </a:defRPr>
            </a:lvl1pPr>
          </a:lstStyle>
          <a:p>
            <a:pPr/>
            <a:r>
              <a:t>گزارش‌گیری</a:t>
            </a:r>
          </a:p>
        </p:txBody>
      </p:sp>
      <p:sp>
        <p:nvSpPr>
          <p:cNvPr id="298" name="Text 36"/>
          <p:cNvSpPr txBox="1"/>
          <p:nvPr/>
        </p:nvSpPr>
        <p:spPr>
          <a:xfrm>
            <a:off x="7434071" y="5599430"/>
            <a:ext cx="404439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100">
                <a:solidFill>
                  <a:srgbClr val="1A2130"/>
                </a:solidFill>
                <a:latin typeface="B Nazanin"/>
                <a:ea typeface="B Nazanin"/>
                <a:cs typeface="B Nazanin"/>
                <a:sym typeface="B Nazanin"/>
              </a:defRPr>
            </a:lvl1pPr>
          </a:lstStyle>
          <a:p>
            <a:pPr/>
            <a:r>
              <a:t>بیشترین میزان وابستگی ورودی را در کل سامانه دارد.</a:t>
            </a:r>
          </a:p>
        </p:txBody>
      </p:sp>
      <p:sp>
        <p:nvSpPr>
          <p:cNvPr id="299" name="Text 37"/>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بررسی الزامات یکپارچه‌سازی سیستم</a:t>
            </a:r>
          </a:p>
        </p:txBody>
      </p:sp>
      <p:sp>
        <p:nvSpPr>
          <p:cNvPr id="302"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21295C"/>
                </a:solidFill>
                <a:latin typeface="B Nazanin"/>
                <a:ea typeface="B Nazanin"/>
                <a:cs typeface="B Nazanin"/>
                <a:sym typeface="B Nazanin"/>
              </a:defRPr>
            </a:lvl1pPr>
          </a:lstStyle>
          <a:p>
            <a:pPr/>
            <a:r>
              <a:t>الزامات کلیدی یکپارچه‌سازی</a:t>
            </a:r>
          </a:p>
        </p:txBody>
      </p:sp>
      <p:sp>
        <p:nvSpPr>
          <p:cNvPr id="303" name="Text 2"/>
          <p:cNvSpPr txBox="1"/>
          <p:nvPr/>
        </p:nvSpPr>
        <p:spPr>
          <a:xfrm>
            <a:off x="548639" y="1631949"/>
            <a:ext cx="1109441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5000"/>
              </a:lnSpc>
              <a:defRPr sz="1300">
                <a:solidFill>
                  <a:srgbClr val="51607A"/>
                </a:solidFill>
                <a:latin typeface="B Nazanin"/>
                <a:ea typeface="B Nazanin"/>
                <a:cs typeface="B Nazanin"/>
                <a:sym typeface="B Nazanin"/>
              </a:defRPr>
            </a:lvl1pPr>
          </a:lstStyle>
          <a:p>
            <a:pPr/>
            <a:r>
              <a:t>با وجود خدمات متعدد (کاربران، کلاس، آزمون، تکالیف، پیام‌رسان و ...) که باید هماهنگ عمل کنند، رعایت الزامات زیر یکپارچگی، امنیت و پایداری سامانه را تضمین می‌کند.</a:t>
            </a:r>
          </a:p>
        </p:txBody>
      </p:sp>
      <p:sp>
        <p:nvSpPr>
          <p:cNvPr id="304" name="Shape 3"/>
          <p:cNvSpPr/>
          <p:nvPr/>
        </p:nvSpPr>
        <p:spPr>
          <a:xfrm>
            <a:off x="6233007" y="2148839"/>
            <a:ext cx="5410049" cy="713233"/>
          </a:xfrm>
          <a:prstGeom prst="roundRect">
            <a:avLst>
              <a:gd name="adj" fmla="val 10256"/>
            </a:avLst>
          </a:prstGeom>
          <a:solidFill>
            <a:srgbClr val="E8F1F5"/>
          </a:solidFill>
          <a:ln w="12700">
            <a:miter lim="400000"/>
          </a:ln>
        </p:spPr>
        <p:txBody>
          <a:bodyPr lIns="45719" rIns="45719"/>
          <a:lstStyle/>
          <a:p>
            <a:pPr/>
          </a:p>
        </p:txBody>
      </p:sp>
      <p:sp>
        <p:nvSpPr>
          <p:cNvPr id="305" name="Shape 4"/>
          <p:cNvSpPr/>
          <p:nvPr/>
        </p:nvSpPr>
        <p:spPr>
          <a:xfrm>
            <a:off x="11167567" y="2331720"/>
            <a:ext cx="347473" cy="347473"/>
          </a:xfrm>
          <a:prstGeom prst="ellipse">
            <a:avLst/>
          </a:prstGeom>
          <a:solidFill>
            <a:srgbClr val="065A82"/>
          </a:solidFill>
          <a:ln w="12700">
            <a:miter lim="400000"/>
          </a:ln>
        </p:spPr>
        <p:txBody>
          <a:bodyPr lIns="45719" rIns="45719"/>
          <a:lstStyle/>
          <a:p>
            <a:pPr/>
          </a:p>
        </p:txBody>
      </p:sp>
      <p:sp>
        <p:nvSpPr>
          <p:cNvPr id="306" name="Text 5"/>
          <p:cNvSpPr txBox="1"/>
          <p:nvPr/>
        </p:nvSpPr>
        <p:spPr>
          <a:xfrm>
            <a:off x="11167567" y="2422906"/>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1</a:t>
            </a:r>
          </a:p>
        </p:txBody>
      </p:sp>
      <p:sp>
        <p:nvSpPr>
          <p:cNvPr id="307" name="Text 6"/>
          <p:cNvSpPr txBox="1"/>
          <p:nvPr/>
        </p:nvSpPr>
        <p:spPr>
          <a:xfrm>
            <a:off x="6397599" y="2429255"/>
            <a:ext cx="47516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احراز هویت متمرکز برای همه نقش‌ها</a:t>
            </a:r>
          </a:p>
        </p:txBody>
      </p:sp>
      <p:sp>
        <p:nvSpPr>
          <p:cNvPr id="308" name="Shape 7"/>
          <p:cNvSpPr/>
          <p:nvPr/>
        </p:nvSpPr>
        <p:spPr>
          <a:xfrm>
            <a:off x="548640" y="2148839"/>
            <a:ext cx="5410049" cy="713233"/>
          </a:xfrm>
          <a:prstGeom prst="roundRect">
            <a:avLst>
              <a:gd name="adj" fmla="val 10256"/>
            </a:avLst>
          </a:prstGeom>
          <a:solidFill>
            <a:srgbClr val="F4F0E8"/>
          </a:solidFill>
          <a:ln w="12700">
            <a:miter lim="400000"/>
          </a:ln>
        </p:spPr>
        <p:txBody>
          <a:bodyPr lIns="45719" rIns="45719"/>
          <a:lstStyle/>
          <a:p>
            <a:pPr/>
          </a:p>
        </p:txBody>
      </p:sp>
      <p:sp>
        <p:nvSpPr>
          <p:cNvPr id="309" name="Shape 8"/>
          <p:cNvSpPr/>
          <p:nvPr/>
        </p:nvSpPr>
        <p:spPr>
          <a:xfrm>
            <a:off x="5483199" y="2331720"/>
            <a:ext cx="347473" cy="347473"/>
          </a:xfrm>
          <a:prstGeom prst="ellipse">
            <a:avLst/>
          </a:prstGeom>
          <a:solidFill>
            <a:srgbClr val="E8871E"/>
          </a:solidFill>
          <a:ln w="12700">
            <a:miter lim="400000"/>
          </a:ln>
        </p:spPr>
        <p:txBody>
          <a:bodyPr lIns="45719" rIns="45719"/>
          <a:lstStyle/>
          <a:p>
            <a:pPr/>
          </a:p>
        </p:txBody>
      </p:sp>
      <p:sp>
        <p:nvSpPr>
          <p:cNvPr id="310" name="Text 9"/>
          <p:cNvSpPr txBox="1"/>
          <p:nvPr/>
        </p:nvSpPr>
        <p:spPr>
          <a:xfrm>
            <a:off x="5483199" y="2422906"/>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2</a:t>
            </a:r>
          </a:p>
        </p:txBody>
      </p:sp>
      <p:sp>
        <p:nvSpPr>
          <p:cNvPr id="311" name="Text 10"/>
          <p:cNvSpPr txBox="1"/>
          <p:nvPr/>
        </p:nvSpPr>
        <p:spPr>
          <a:xfrm>
            <a:off x="713231" y="2429255"/>
            <a:ext cx="475168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مدیریت یکپارچه کاربران در یک پایگاه مرکزی</a:t>
            </a:r>
          </a:p>
        </p:txBody>
      </p:sp>
      <p:sp>
        <p:nvSpPr>
          <p:cNvPr id="312" name="Shape 11"/>
          <p:cNvSpPr/>
          <p:nvPr/>
        </p:nvSpPr>
        <p:spPr>
          <a:xfrm>
            <a:off x="6233007" y="3008376"/>
            <a:ext cx="5410049" cy="713233"/>
          </a:xfrm>
          <a:prstGeom prst="roundRect">
            <a:avLst>
              <a:gd name="adj" fmla="val 10256"/>
            </a:avLst>
          </a:prstGeom>
          <a:solidFill>
            <a:srgbClr val="E8F1F5"/>
          </a:solidFill>
          <a:ln w="12700">
            <a:miter lim="400000"/>
          </a:ln>
        </p:spPr>
        <p:txBody>
          <a:bodyPr lIns="45719" rIns="45719"/>
          <a:lstStyle/>
          <a:p>
            <a:pPr/>
          </a:p>
        </p:txBody>
      </p:sp>
      <p:sp>
        <p:nvSpPr>
          <p:cNvPr id="313" name="Shape 12"/>
          <p:cNvSpPr/>
          <p:nvPr/>
        </p:nvSpPr>
        <p:spPr>
          <a:xfrm>
            <a:off x="11167567" y="3191255"/>
            <a:ext cx="347473" cy="347473"/>
          </a:xfrm>
          <a:prstGeom prst="ellipse">
            <a:avLst/>
          </a:prstGeom>
          <a:solidFill>
            <a:srgbClr val="065A82"/>
          </a:solidFill>
          <a:ln w="12700">
            <a:miter lim="400000"/>
          </a:ln>
        </p:spPr>
        <p:txBody>
          <a:bodyPr lIns="45719" rIns="45719"/>
          <a:lstStyle/>
          <a:p>
            <a:pPr/>
          </a:p>
        </p:txBody>
      </p:sp>
      <p:sp>
        <p:nvSpPr>
          <p:cNvPr id="314" name="Text 13"/>
          <p:cNvSpPr txBox="1"/>
          <p:nvPr/>
        </p:nvSpPr>
        <p:spPr>
          <a:xfrm>
            <a:off x="11167567" y="3282441"/>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3</a:t>
            </a:r>
          </a:p>
        </p:txBody>
      </p:sp>
      <p:sp>
        <p:nvSpPr>
          <p:cNvPr id="315" name="Text 14"/>
          <p:cNvSpPr txBox="1"/>
          <p:nvPr/>
        </p:nvSpPr>
        <p:spPr>
          <a:xfrm>
            <a:off x="6397599" y="3267385"/>
            <a:ext cx="4751681" cy="1952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ارتباط استاندارد بین سرویس‌ها از طریق API</a:t>
            </a:r>
          </a:p>
        </p:txBody>
      </p:sp>
      <p:sp>
        <p:nvSpPr>
          <p:cNvPr id="316" name="Shape 15"/>
          <p:cNvSpPr/>
          <p:nvPr/>
        </p:nvSpPr>
        <p:spPr>
          <a:xfrm>
            <a:off x="548640" y="3008376"/>
            <a:ext cx="5410049" cy="713233"/>
          </a:xfrm>
          <a:prstGeom prst="roundRect">
            <a:avLst>
              <a:gd name="adj" fmla="val 10256"/>
            </a:avLst>
          </a:prstGeom>
          <a:solidFill>
            <a:srgbClr val="F4F0E8"/>
          </a:solidFill>
          <a:ln w="12700">
            <a:miter lim="400000"/>
          </a:ln>
        </p:spPr>
        <p:txBody>
          <a:bodyPr lIns="45719" rIns="45719"/>
          <a:lstStyle/>
          <a:p>
            <a:pPr/>
          </a:p>
        </p:txBody>
      </p:sp>
      <p:sp>
        <p:nvSpPr>
          <p:cNvPr id="317" name="Shape 16"/>
          <p:cNvSpPr/>
          <p:nvPr/>
        </p:nvSpPr>
        <p:spPr>
          <a:xfrm>
            <a:off x="5483199" y="3191255"/>
            <a:ext cx="347473" cy="347473"/>
          </a:xfrm>
          <a:prstGeom prst="ellipse">
            <a:avLst/>
          </a:prstGeom>
          <a:solidFill>
            <a:srgbClr val="E8871E"/>
          </a:solidFill>
          <a:ln w="12700">
            <a:miter lim="400000"/>
          </a:ln>
        </p:spPr>
        <p:txBody>
          <a:bodyPr lIns="45719" rIns="45719"/>
          <a:lstStyle/>
          <a:p>
            <a:pPr/>
          </a:p>
        </p:txBody>
      </p:sp>
      <p:sp>
        <p:nvSpPr>
          <p:cNvPr id="318" name="Text 17"/>
          <p:cNvSpPr txBox="1"/>
          <p:nvPr/>
        </p:nvSpPr>
        <p:spPr>
          <a:xfrm>
            <a:off x="5483199" y="3282441"/>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4</a:t>
            </a:r>
          </a:p>
        </p:txBody>
      </p:sp>
      <p:sp>
        <p:nvSpPr>
          <p:cNvPr id="319" name="Text 18"/>
          <p:cNvSpPr txBox="1"/>
          <p:nvPr/>
        </p:nvSpPr>
        <p:spPr>
          <a:xfrm>
            <a:off x="713231" y="3288792"/>
            <a:ext cx="475168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پایگاه داده یکپارچه بدون تکرار اطلاعات</a:t>
            </a:r>
          </a:p>
        </p:txBody>
      </p:sp>
      <p:sp>
        <p:nvSpPr>
          <p:cNvPr id="320" name="Shape 19"/>
          <p:cNvSpPr/>
          <p:nvPr/>
        </p:nvSpPr>
        <p:spPr>
          <a:xfrm>
            <a:off x="6233007" y="3867911"/>
            <a:ext cx="5410049" cy="713233"/>
          </a:xfrm>
          <a:prstGeom prst="roundRect">
            <a:avLst>
              <a:gd name="adj" fmla="val 10256"/>
            </a:avLst>
          </a:prstGeom>
          <a:solidFill>
            <a:srgbClr val="E8F1F5"/>
          </a:solidFill>
          <a:ln w="12700">
            <a:miter lim="400000"/>
          </a:ln>
        </p:spPr>
        <p:txBody>
          <a:bodyPr lIns="45719" rIns="45719"/>
          <a:lstStyle/>
          <a:p>
            <a:pPr/>
          </a:p>
        </p:txBody>
      </p:sp>
      <p:sp>
        <p:nvSpPr>
          <p:cNvPr id="321" name="Shape 20"/>
          <p:cNvSpPr/>
          <p:nvPr/>
        </p:nvSpPr>
        <p:spPr>
          <a:xfrm>
            <a:off x="11167567" y="4050791"/>
            <a:ext cx="347473" cy="347473"/>
          </a:xfrm>
          <a:prstGeom prst="ellipse">
            <a:avLst/>
          </a:prstGeom>
          <a:solidFill>
            <a:srgbClr val="065A82"/>
          </a:solidFill>
          <a:ln w="12700">
            <a:miter lim="400000"/>
          </a:ln>
        </p:spPr>
        <p:txBody>
          <a:bodyPr lIns="45719" rIns="45719"/>
          <a:lstStyle/>
          <a:p>
            <a:pPr/>
          </a:p>
        </p:txBody>
      </p:sp>
      <p:sp>
        <p:nvSpPr>
          <p:cNvPr id="322" name="Text 21"/>
          <p:cNvSpPr txBox="1"/>
          <p:nvPr/>
        </p:nvSpPr>
        <p:spPr>
          <a:xfrm>
            <a:off x="11167567" y="4141977"/>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5</a:t>
            </a:r>
          </a:p>
        </p:txBody>
      </p:sp>
      <p:sp>
        <p:nvSpPr>
          <p:cNvPr id="323" name="Text 22"/>
          <p:cNvSpPr txBox="1"/>
          <p:nvPr/>
        </p:nvSpPr>
        <p:spPr>
          <a:xfrm>
            <a:off x="6397599" y="4148327"/>
            <a:ext cx="47516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مدیریت متمرکز فایل‌ها و مستندات</a:t>
            </a:r>
          </a:p>
        </p:txBody>
      </p:sp>
      <p:sp>
        <p:nvSpPr>
          <p:cNvPr id="324" name="Shape 23"/>
          <p:cNvSpPr/>
          <p:nvPr/>
        </p:nvSpPr>
        <p:spPr>
          <a:xfrm>
            <a:off x="548640" y="3867911"/>
            <a:ext cx="5410049" cy="713233"/>
          </a:xfrm>
          <a:prstGeom prst="roundRect">
            <a:avLst>
              <a:gd name="adj" fmla="val 10256"/>
            </a:avLst>
          </a:prstGeom>
          <a:solidFill>
            <a:srgbClr val="F4F0E8"/>
          </a:solidFill>
          <a:ln w="12700">
            <a:miter lim="400000"/>
          </a:ln>
        </p:spPr>
        <p:txBody>
          <a:bodyPr lIns="45719" rIns="45719"/>
          <a:lstStyle/>
          <a:p>
            <a:pPr/>
          </a:p>
        </p:txBody>
      </p:sp>
      <p:sp>
        <p:nvSpPr>
          <p:cNvPr id="325" name="Shape 24"/>
          <p:cNvSpPr/>
          <p:nvPr/>
        </p:nvSpPr>
        <p:spPr>
          <a:xfrm>
            <a:off x="5483199" y="4050791"/>
            <a:ext cx="347473" cy="347473"/>
          </a:xfrm>
          <a:prstGeom prst="ellipse">
            <a:avLst/>
          </a:prstGeom>
          <a:solidFill>
            <a:srgbClr val="E8871E"/>
          </a:solidFill>
          <a:ln w="12700">
            <a:miter lim="400000"/>
          </a:ln>
        </p:spPr>
        <p:txBody>
          <a:bodyPr lIns="45719" rIns="45719"/>
          <a:lstStyle/>
          <a:p>
            <a:pPr/>
          </a:p>
        </p:txBody>
      </p:sp>
      <p:sp>
        <p:nvSpPr>
          <p:cNvPr id="326" name="Text 25"/>
          <p:cNvSpPr txBox="1"/>
          <p:nvPr/>
        </p:nvSpPr>
        <p:spPr>
          <a:xfrm>
            <a:off x="5483199" y="4141977"/>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6</a:t>
            </a:r>
          </a:p>
        </p:txBody>
      </p:sp>
      <p:sp>
        <p:nvSpPr>
          <p:cNvPr id="327" name="Text 26"/>
          <p:cNvSpPr txBox="1"/>
          <p:nvPr/>
        </p:nvSpPr>
        <p:spPr>
          <a:xfrm>
            <a:off x="713231" y="4148327"/>
            <a:ext cx="475168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سیستم اعلان متمرکز برای رویدادهای مهم</a:t>
            </a:r>
          </a:p>
        </p:txBody>
      </p:sp>
      <p:sp>
        <p:nvSpPr>
          <p:cNvPr id="328" name="Shape 27"/>
          <p:cNvSpPr/>
          <p:nvPr/>
        </p:nvSpPr>
        <p:spPr>
          <a:xfrm>
            <a:off x="6233007" y="4727447"/>
            <a:ext cx="5410049" cy="713233"/>
          </a:xfrm>
          <a:prstGeom prst="roundRect">
            <a:avLst>
              <a:gd name="adj" fmla="val 10256"/>
            </a:avLst>
          </a:prstGeom>
          <a:solidFill>
            <a:srgbClr val="E8F1F5"/>
          </a:solidFill>
          <a:ln w="12700">
            <a:miter lim="400000"/>
          </a:ln>
        </p:spPr>
        <p:txBody>
          <a:bodyPr lIns="45719" rIns="45719"/>
          <a:lstStyle/>
          <a:p>
            <a:pPr/>
          </a:p>
        </p:txBody>
      </p:sp>
      <p:sp>
        <p:nvSpPr>
          <p:cNvPr id="329" name="Shape 28"/>
          <p:cNvSpPr/>
          <p:nvPr/>
        </p:nvSpPr>
        <p:spPr>
          <a:xfrm>
            <a:off x="11167567" y="4910328"/>
            <a:ext cx="347473" cy="347473"/>
          </a:xfrm>
          <a:prstGeom prst="ellipse">
            <a:avLst/>
          </a:prstGeom>
          <a:solidFill>
            <a:srgbClr val="065A82"/>
          </a:solidFill>
          <a:ln w="12700">
            <a:miter lim="400000"/>
          </a:ln>
        </p:spPr>
        <p:txBody>
          <a:bodyPr lIns="45719" rIns="45719"/>
          <a:lstStyle/>
          <a:p>
            <a:pPr/>
          </a:p>
        </p:txBody>
      </p:sp>
      <p:sp>
        <p:nvSpPr>
          <p:cNvPr id="330" name="Text 29"/>
          <p:cNvSpPr txBox="1"/>
          <p:nvPr/>
        </p:nvSpPr>
        <p:spPr>
          <a:xfrm>
            <a:off x="11167567" y="5001514"/>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7</a:t>
            </a:r>
          </a:p>
        </p:txBody>
      </p:sp>
      <p:sp>
        <p:nvSpPr>
          <p:cNvPr id="331" name="Text 30"/>
          <p:cNvSpPr txBox="1"/>
          <p:nvPr/>
        </p:nvSpPr>
        <p:spPr>
          <a:xfrm>
            <a:off x="6397599" y="5007863"/>
            <a:ext cx="47516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مدیریت نشست کاربر در تمام سرویس‌ها</a:t>
            </a:r>
          </a:p>
        </p:txBody>
      </p:sp>
      <p:sp>
        <p:nvSpPr>
          <p:cNvPr id="332" name="Shape 31"/>
          <p:cNvSpPr/>
          <p:nvPr/>
        </p:nvSpPr>
        <p:spPr>
          <a:xfrm>
            <a:off x="548640" y="4727447"/>
            <a:ext cx="5410049" cy="713233"/>
          </a:xfrm>
          <a:prstGeom prst="roundRect">
            <a:avLst>
              <a:gd name="adj" fmla="val 10256"/>
            </a:avLst>
          </a:prstGeom>
          <a:solidFill>
            <a:srgbClr val="F4F0E8"/>
          </a:solidFill>
          <a:ln w="12700">
            <a:miter lim="400000"/>
          </a:ln>
        </p:spPr>
        <p:txBody>
          <a:bodyPr lIns="45719" rIns="45719"/>
          <a:lstStyle/>
          <a:p>
            <a:pPr/>
          </a:p>
        </p:txBody>
      </p:sp>
      <p:sp>
        <p:nvSpPr>
          <p:cNvPr id="333" name="Shape 32"/>
          <p:cNvSpPr/>
          <p:nvPr/>
        </p:nvSpPr>
        <p:spPr>
          <a:xfrm>
            <a:off x="5483199" y="4910328"/>
            <a:ext cx="347473" cy="347473"/>
          </a:xfrm>
          <a:prstGeom prst="ellipse">
            <a:avLst/>
          </a:prstGeom>
          <a:solidFill>
            <a:srgbClr val="E8871E"/>
          </a:solidFill>
          <a:ln w="12700">
            <a:miter lim="400000"/>
          </a:ln>
        </p:spPr>
        <p:txBody>
          <a:bodyPr lIns="45719" rIns="45719"/>
          <a:lstStyle/>
          <a:p>
            <a:pPr/>
          </a:p>
        </p:txBody>
      </p:sp>
      <p:sp>
        <p:nvSpPr>
          <p:cNvPr id="334" name="Text 33"/>
          <p:cNvSpPr txBox="1"/>
          <p:nvPr/>
        </p:nvSpPr>
        <p:spPr>
          <a:xfrm>
            <a:off x="5483199" y="5001514"/>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8</a:t>
            </a:r>
          </a:p>
        </p:txBody>
      </p:sp>
      <p:sp>
        <p:nvSpPr>
          <p:cNvPr id="335" name="Text 34"/>
          <p:cNvSpPr txBox="1"/>
          <p:nvPr/>
        </p:nvSpPr>
        <p:spPr>
          <a:xfrm>
            <a:off x="713231" y="4985433"/>
            <a:ext cx="4751682" cy="197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کنترل سطح دسترسی بر پایهٔ نقش کاربر</a:t>
            </a:r>
          </a:p>
        </p:txBody>
      </p:sp>
      <p:sp>
        <p:nvSpPr>
          <p:cNvPr id="336" name="Shape 35"/>
          <p:cNvSpPr/>
          <p:nvPr/>
        </p:nvSpPr>
        <p:spPr>
          <a:xfrm>
            <a:off x="6233007" y="5586984"/>
            <a:ext cx="5410049" cy="713233"/>
          </a:xfrm>
          <a:prstGeom prst="roundRect">
            <a:avLst>
              <a:gd name="adj" fmla="val 10256"/>
            </a:avLst>
          </a:prstGeom>
          <a:solidFill>
            <a:srgbClr val="E8F1F5"/>
          </a:solidFill>
          <a:ln w="12700">
            <a:miter lim="400000"/>
          </a:ln>
        </p:spPr>
        <p:txBody>
          <a:bodyPr lIns="45719" rIns="45719"/>
          <a:lstStyle/>
          <a:p>
            <a:pPr/>
          </a:p>
        </p:txBody>
      </p:sp>
      <p:sp>
        <p:nvSpPr>
          <p:cNvPr id="337" name="Shape 36"/>
          <p:cNvSpPr/>
          <p:nvPr/>
        </p:nvSpPr>
        <p:spPr>
          <a:xfrm>
            <a:off x="11167567" y="5769864"/>
            <a:ext cx="347473" cy="347473"/>
          </a:xfrm>
          <a:prstGeom prst="ellipse">
            <a:avLst/>
          </a:prstGeom>
          <a:solidFill>
            <a:srgbClr val="065A82"/>
          </a:solidFill>
          <a:ln w="12700">
            <a:miter lim="400000"/>
          </a:ln>
        </p:spPr>
        <p:txBody>
          <a:bodyPr lIns="45719" rIns="45719"/>
          <a:lstStyle/>
          <a:p>
            <a:pPr/>
          </a:p>
        </p:txBody>
      </p:sp>
      <p:sp>
        <p:nvSpPr>
          <p:cNvPr id="338" name="Text 37"/>
          <p:cNvSpPr txBox="1"/>
          <p:nvPr/>
        </p:nvSpPr>
        <p:spPr>
          <a:xfrm>
            <a:off x="11167567" y="5861050"/>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9</a:t>
            </a:r>
          </a:p>
        </p:txBody>
      </p:sp>
      <p:sp>
        <p:nvSpPr>
          <p:cNvPr id="339" name="Text 38"/>
          <p:cNvSpPr txBox="1"/>
          <p:nvPr/>
        </p:nvSpPr>
        <p:spPr>
          <a:xfrm>
            <a:off x="6397599" y="5867400"/>
            <a:ext cx="47516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ثبت رویدادها برای ممیزی و تحلیل خطا</a:t>
            </a:r>
          </a:p>
        </p:txBody>
      </p:sp>
      <p:sp>
        <p:nvSpPr>
          <p:cNvPr id="340" name="Shape 39"/>
          <p:cNvSpPr/>
          <p:nvPr/>
        </p:nvSpPr>
        <p:spPr>
          <a:xfrm>
            <a:off x="548640" y="5586984"/>
            <a:ext cx="5410049" cy="713233"/>
          </a:xfrm>
          <a:prstGeom prst="roundRect">
            <a:avLst>
              <a:gd name="adj" fmla="val 10256"/>
            </a:avLst>
          </a:prstGeom>
          <a:solidFill>
            <a:srgbClr val="F4F0E8"/>
          </a:solidFill>
          <a:ln w="12700">
            <a:miter lim="400000"/>
          </a:ln>
        </p:spPr>
        <p:txBody>
          <a:bodyPr lIns="45719" rIns="45719"/>
          <a:lstStyle/>
          <a:p>
            <a:pPr/>
          </a:p>
        </p:txBody>
      </p:sp>
      <p:sp>
        <p:nvSpPr>
          <p:cNvPr id="341" name="Shape 40"/>
          <p:cNvSpPr/>
          <p:nvPr/>
        </p:nvSpPr>
        <p:spPr>
          <a:xfrm>
            <a:off x="5483199" y="5769864"/>
            <a:ext cx="347473" cy="347473"/>
          </a:xfrm>
          <a:prstGeom prst="ellipse">
            <a:avLst/>
          </a:prstGeom>
          <a:solidFill>
            <a:srgbClr val="E8871E"/>
          </a:solidFill>
          <a:ln w="12700">
            <a:miter lim="400000"/>
          </a:ln>
        </p:spPr>
        <p:txBody>
          <a:bodyPr lIns="45719" rIns="45719"/>
          <a:lstStyle/>
          <a:p>
            <a:pPr/>
          </a:p>
        </p:txBody>
      </p:sp>
      <p:sp>
        <p:nvSpPr>
          <p:cNvPr id="342" name="Text 41"/>
          <p:cNvSpPr txBox="1"/>
          <p:nvPr/>
        </p:nvSpPr>
        <p:spPr>
          <a:xfrm>
            <a:off x="5483199" y="5861050"/>
            <a:ext cx="34747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FFFFFF"/>
                </a:solidFill>
                <a:latin typeface="B Nazanin"/>
                <a:ea typeface="B Nazanin"/>
                <a:cs typeface="B Nazanin"/>
                <a:sym typeface="B Nazanin"/>
              </a:defRPr>
            </a:lvl1pPr>
          </a:lstStyle>
          <a:p>
            <a:pPr/>
            <a:r>
              <a:t>10</a:t>
            </a:r>
          </a:p>
        </p:txBody>
      </p:sp>
      <p:sp>
        <p:nvSpPr>
          <p:cNvPr id="343" name="Text 42"/>
          <p:cNvSpPr txBox="1"/>
          <p:nvPr/>
        </p:nvSpPr>
        <p:spPr>
          <a:xfrm>
            <a:off x="713231" y="5867400"/>
            <a:ext cx="475168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04999"/>
              </a:lnSpc>
              <a:defRPr sz="1200">
                <a:solidFill>
                  <a:srgbClr val="21295C"/>
                </a:solidFill>
                <a:latin typeface="B Nazanin"/>
                <a:ea typeface="B Nazanin"/>
                <a:cs typeface="B Nazanin"/>
                <a:sym typeface="B Nazanin"/>
              </a:defRPr>
            </a:lvl1pPr>
          </a:lstStyle>
          <a:p>
            <a:pPr/>
            <a:r>
              <a:t>قابلیت توسعه‌پذیری برای خدمات آینده</a:t>
            </a:r>
          </a:p>
        </p:txBody>
      </p:sp>
      <p:sp>
        <p:nvSpPr>
          <p:cNvPr id="344" name="Text 43"/>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E8871E"/>
                </a:solidFill>
                <a:latin typeface="B Nazanin"/>
                <a:ea typeface="B Nazanin"/>
                <a:cs typeface="B Nazanin"/>
                <a:sym typeface="B Nazanin"/>
              </a:defRPr>
            </a:lvl1pPr>
          </a:lstStyle>
          <a:p>
            <a:pPr/>
            <a:r>
              <a:t>فرایند نظام منسجم یکپارچه‌سازی</a:t>
            </a:r>
          </a:p>
        </p:txBody>
      </p:sp>
      <p:sp>
        <p:nvSpPr>
          <p:cNvPr id="347" name="Text 1"/>
          <p:cNvSpPr txBox="1"/>
          <p:nvPr/>
        </p:nvSpPr>
        <p:spPr>
          <a:xfrm>
            <a:off x="548639" y="896770"/>
            <a:ext cx="11094417" cy="5290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3200">
                <a:solidFill>
                  <a:srgbClr val="21295C"/>
                </a:solidFill>
                <a:latin typeface="B Nazanin"/>
                <a:ea typeface="B Nazanin"/>
                <a:cs typeface="B Nazanin"/>
                <a:sym typeface="B Nazanin"/>
              </a:defRPr>
            </a:lvl1pPr>
          </a:lstStyle>
          <a:p>
            <a:pPr/>
            <a:r>
              <a:t>System Integration — فرایند اجرا</a:t>
            </a:r>
          </a:p>
        </p:txBody>
      </p:sp>
      <p:sp>
        <p:nvSpPr>
          <p:cNvPr id="348" name="Shape 2"/>
          <p:cNvSpPr/>
          <p:nvPr/>
        </p:nvSpPr>
        <p:spPr>
          <a:xfrm>
            <a:off x="3306927" y="1600200"/>
            <a:ext cx="5577842" cy="566928"/>
          </a:xfrm>
          <a:prstGeom prst="roundRect">
            <a:avLst>
              <a:gd name="adj" fmla="val 12903"/>
            </a:avLst>
          </a:prstGeom>
          <a:solidFill>
            <a:srgbClr val="065A82"/>
          </a:solidFill>
          <a:ln w="12700">
            <a:miter lim="400000"/>
          </a:ln>
        </p:spPr>
        <p:txBody>
          <a:bodyPr lIns="45719" rIns="45719"/>
          <a:lstStyle/>
          <a:p>
            <a:pPr/>
          </a:p>
        </p:txBody>
      </p:sp>
      <p:sp>
        <p:nvSpPr>
          <p:cNvPr id="349" name="Shape 3"/>
          <p:cNvSpPr/>
          <p:nvPr/>
        </p:nvSpPr>
        <p:spPr>
          <a:xfrm>
            <a:off x="8427567" y="1728216"/>
            <a:ext cx="310897" cy="310897"/>
          </a:xfrm>
          <a:prstGeom prst="ellipse">
            <a:avLst/>
          </a:prstGeom>
          <a:solidFill>
            <a:srgbClr val="FFFFFF"/>
          </a:solidFill>
          <a:ln w="12700">
            <a:miter lim="400000"/>
          </a:ln>
        </p:spPr>
        <p:txBody>
          <a:bodyPr lIns="45719" rIns="45719"/>
          <a:lstStyle/>
          <a:p>
            <a:pPr/>
          </a:p>
        </p:txBody>
      </p:sp>
      <p:sp>
        <p:nvSpPr>
          <p:cNvPr id="350" name="Text 4"/>
          <p:cNvSpPr txBox="1"/>
          <p:nvPr/>
        </p:nvSpPr>
        <p:spPr>
          <a:xfrm>
            <a:off x="8427567" y="1801114"/>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065A82"/>
                </a:solidFill>
                <a:latin typeface="B Nazanin"/>
                <a:ea typeface="B Nazanin"/>
                <a:cs typeface="B Nazanin"/>
                <a:sym typeface="B Nazanin"/>
              </a:defRPr>
            </a:lvl1pPr>
          </a:lstStyle>
          <a:p>
            <a:pPr/>
            <a:r>
              <a:t>1</a:t>
            </a:r>
          </a:p>
        </p:txBody>
      </p:sp>
      <p:sp>
        <p:nvSpPr>
          <p:cNvPr id="351" name="Text 5"/>
          <p:cNvSpPr txBox="1"/>
          <p:nvPr/>
        </p:nvSpPr>
        <p:spPr>
          <a:xfrm>
            <a:off x="3444087" y="1772632"/>
            <a:ext cx="4983481" cy="2220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طراحی معماری و استانداردهای API</a:t>
            </a:r>
          </a:p>
        </p:txBody>
      </p:sp>
      <p:sp>
        <p:nvSpPr>
          <p:cNvPr id="352" name="Shape 6"/>
          <p:cNvSpPr/>
          <p:nvPr/>
        </p:nvSpPr>
        <p:spPr>
          <a:xfrm>
            <a:off x="5967831" y="2185416"/>
            <a:ext cx="256033" cy="1280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353" name="Shape 7"/>
          <p:cNvSpPr/>
          <p:nvPr/>
        </p:nvSpPr>
        <p:spPr>
          <a:xfrm>
            <a:off x="3306927" y="2331720"/>
            <a:ext cx="5577842" cy="566929"/>
          </a:xfrm>
          <a:prstGeom prst="roundRect">
            <a:avLst>
              <a:gd name="adj" fmla="val 12903"/>
            </a:avLst>
          </a:prstGeom>
          <a:solidFill>
            <a:srgbClr val="1C7293"/>
          </a:solidFill>
          <a:ln w="12700">
            <a:miter lim="400000"/>
          </a:ln>
        </p:spPr>
        <p:txBody>
          <a:bodyPr lIns="45719" rIns="45719"/>
          <a:lstStyle/>
          <a:p>
            <a:pPr/>
          </a:p>
        </p:txBody>
      </p:sp>
      <p:sp>
        <p:nvSpPr>
          <p:cNvPr id="354" name="Shape 8"/>
          <p:cNvSpPr/>
          <p:nvPr/>
        </p:nvSpPr>
        <p:spPr>
          <a:xfrm>
            <a:off x="8427567" y="2459735"/>
            <a:ext cx="310897" cy="310897"/>
          </a:xfrm>
          <a:prstGeom prst="ellipse">
            <a:avLst/>
          </a:prstGeom>
          <a:solidFill>
            <a:srgbClr val="FFFFFF"/>
          </a:solidFill>
          <a:ln w="12700">
            <a:miter lim="400000"/>
          </a:ln>
        </p:spPr>
        <p:txBody>
          <a:bodyPr lIns="45719" rIns="45719"/>
          <a:lstStyle/>
          <a:p>
            <a:pPr/>
          </a:p>
        </p:txBody>
      </p:sp>
      <p:sp>
        <p:nvSpPr>
          <p:cNvPr id="355" name="Text 9"/>
          <p:cNvSpPr txBox="1"/>
          <p:nvPr/>
        </p:nvSpPr>
        <p:spPr>
          <a:xfrm>
            <a:off x="8427567" y="2532633"/>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C7293"/>
                </a:solidFill>
                <a:latin typeface="B Nazanin"/>
                <a:ea typeface="B Nazanin"/>
                <a:cs typeface="B Nazanin"/>
                <a:sym typeface="B Nazanin"/>
              </a:defRPr>
            </a:lvl1pPr>
          </a:lstStyle>
          <a:p>
            <a:pPr/>
            <a:r>
              <a:t>2</a:t>
            </a:r>
          </a:p>
        </p:txBody>
      </p:sp>
      <p:sp>
        <p:nvSpPr>
          <p:cNvPr id="356" name="Text 10"/>
          <p:cNvSpPr txBox="1"/>
          <p:nvPr/>
        </p:nvSpPr>
        <p:spPr>
          <a:xfrm>
            <a:off x="3444087" y="2510979"/>
            <a:ext cx="4983481" cy="208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توسعهٔ زیرسیستم‌ها بر اساس معماری</a:t>
            </a:r>
          </a:p>
        </p:txBody>
      </p:sp>
      <p:sp>
        <p:nvSpPr>
          <p:cNvPr id="357" name="Shape 11"/>
          <p:cNvSpPr/>
          <p:nvPr/>
        </p:nvSpPr>
        <p:spPr>
          <a:xfrm>
            <a:off x="5967831" y="2916935"/>
            <a:ext cx="256033" cy="1280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358" name="Shape 12"/>
          <p:cNvSpPr/>
          <p:nvPr/>
        </p:nvSpPr>
        <p:spPr>
          <a:xfrm>
            <a:off x="3306927" y="3063239"/>
            <a:ext cx="5577842" cy="566929"/>
          </a:xfrm>
          <a:prstGeom prst="roundRect">
            <a:avLst>
              <a:gd name="adj" fmla="val 12903"/>
            </a:avLst>
          </a:prstGeom>
          <a:solidFill>
            <a:srgbClr val="065A82"/>
          </a:solidFill>
          <a:ln w="12700">
            <a:miter lim="400000"/>
          </a:ln>
        </p:spPr>
        <p:txBody>
          <a:bodyPr lIns="45719" rIns="45719"/>
          <a:lstStyle/>
          <a:p>
            <a:pPr/>
          </a:p>
        </p:txBody>
      </p:sp>
      <p:sp>
        <p:nvSpPr>
          <p:cNvPr id="359" name="Shape 13"/>
          <p:cNvSpPr/>
          <p:nvPr/>
        </p:nvSpPr>
        <p:spPr>
          <a:xfrm>
            <a:off x="8427567" y="3191255"/>
            <a:ext cx="310897" cy="310897"/>
          </a:xfrm>
          <a:prstGeom prst="ellipse">
            <a:avLst/>
          </a:prstGeom>
          <a:solidFill>
            <a:srgbClr val="FFFFFF"/>
          </a:solidFill>
          <a:ln w="12700">
            <a:miter lim="400000"/>
          </a:ln>
        </p:spPr>
        <p:txBody>
          <a:bodyPr lIns="45719" rIns="45719"/>
          <a:lstStyle/>
          <a:p>
            <a:pPr/>
          </a:p>
        </p:txBody>
      </p:sp>
      <p:sp>
        <p:nvSpPr>
          <p:cNvPr id="360" name="Text 14"/>
          <p:cNvSpPr txBox="1"/>
          <p:nvPr/>
        </p:nvSpPr>
        <p:spPr>
          <a:xfrm>
            <a:off x="8427567" y="3264153"/>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065A82"/>
                </a:solidFill>
                <a:latin typeface="B Nazanin"/>
                <a:ea typeface="B Nazanin"/>
                <a:cs typeface="B Nazanin"/>
                <a:sym typeface="B Nazanin"/>
              </a:defRPr>
            </a:lvl1pPr>
          </a:lstStyle>
          <a:p>
            <a:pPr/>
            <a:r>
              <a:t>3</a:t>
            </a:r>
          </a:p>
        </p:txBody>
      </p:sp>
      <p:sp>
        <p:nvSpPr>
          <p:cNvPr id="361" name="Text 15"/>
          <p:cNvSpPr txBox="1"/>
          <p:nvPr/>
        </p:nvSpPr>
        <p:spPr>
          <a:xfrm>
            <a:off x="3444087" y="3242499"/>
            <a:ext cx="4983481" cy="208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اتصال تدریجی هستهٔ اصلی، سپس سایر ماژول‌ها</a:t>
            </a:r>
          </a:p>
        </p:txBody>
      </p:sp>
      <p:sp>
        <p:nvSpPr>
          <p:cNvPr id="362" name="Shape 16"/>
          <p:cNvSpPr/>
          <p:nvPr/>
        </p:nvSpPr>
        <p:spPr>
          <a:xfrm>
            <a:off x="5967831" y="3648455"/>
            <a:ext cx="256033" cy="1280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363" name="Shape 17"/>
          <p:cNvSpPr/>
          <p:nvPr/>
        </p:nvSpPr>
        <p:spPr>
          <a:xfrm>
            <a:off x="3306927" y="3794759"/>
            <a:ext cx="5577842" cy="566929"/>
          </a:xfrm>
          <a:prstGeom prst="roundRect">
            <a:avLst>
              <a:gd name="adj" fmla="val 12903"/>
            </a:avLst>
          </a:prstGeom>
          <a:solidFill>
            <a:srgbClr val="E8871E"/>
          </a:solidFill>
          <a:ln w="12700">
            <a:miter lim="400000"/>
          </a:ln>
        </p:spPr>
        <p:txBody>
          <a:bodyPr lIns="45719" rIns="45719"/>
          <a:lstStyle/>
          <a:p>
            <a:pPr/>
          </a:p>
        </p:txBody>
      </p:sp>
      <p:sp>
        <p:nvSpPr>
          <p:cNvPr id="364" name="Shape 18"/>
          <p:cNvSpPr/>
          <p:nvPr/>
        </p:nvSpPr>
        <p:spPr>
          <a:xfrm>
            <a:off x="8427567" y="3922776"/>
            <a:ext cx="310897" cy="310897"/>
          </a:xfrm>
          <a:prstGeom prst="ellipse">
            <a:avLst/>
          </a:prstGeom>
          <a:solidFill>
            <a:srgbClr val="FFFFFF"/>
          </a:solidFill>
          <a:ln w="12700">
            <a:miter lim="400000"/>
          </a:ln>
        </p:spPr>
        <p:txBody>
          <a:bodyPr lIns="45719" rIns="45719"/>
          <a:lstStyle/>
          <a:p>
            <a:pPr/>
          </a:p>
        </p:txBody>
      </p:sp>
      <p:sp>
        <p:nvSpPr>
          <p:cNvPr id="365" name="Text 19"/>
          <p:cNvSpPr txBox="1"/>
          <p:nvPr/>
        </p:nvSpPr>
        <p:spPr>
          <a:xfrm>
            <a:off x="8427567" y="3995674"/>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E8871E"/>
                </a:solidFill>
                <a:latin typeface="B Nazanin"/>
                <a:ea typeface="B Nazanin"/>
                <a:cs typeface="B Nazanin"/>
                <a:sym typeface="B Nazanin"/>
              </a:defRPr>
            </a:lvl1pPr>
          </a:lstStyle>
          <a:p>
            <a:pPr/>
            <a:r>
              <a:t>4</a:t>
            </a:r>
          </a:p>
        </p:txBody>
      </p:sp>
      <p:sp>
        <p:nvSpPr>
          <p:cNvPr id="366" name="Text 20"/>
          <p:cNvSpPr txBox="1"/>
          <p:nvPr/>
        </p:nvSpPr>
        <p:spPr>
          <a:xfrm>
            <a:off x="3444087" y="3995673"/>
            <a:ext cx="49834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اجرای تست‌های یکپارچه‌سازی</a:t>
            </a:r>
          </a:p>
        </p:txBody>
      </p:sp>
      <p:sp>
        <p:nvSpPr>
          <p:cNvPr id="367" name="Shape 21"/>
          <p:cNvSpPr/>
          <p:nvPr/>
        </p:nvSpPr>
        <p:spPr>
          <a:xfrm>
            <a:off x="5967831" y="4379976"/>
            <a:ext cx="256033" cy="1280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368" name="Shape 22"/>
          <p:cNvSpPr/>
          <p:nvPr/>
        </p:nvSpPr>
        <p:spPr>
          <a:xfrm>
            <a:off x="3306927" y="4526279"/>
            <a:ext cx="5577842" cy="566929"/>
          </a:xfrm>
          <a:prstGeom prst="roundRect">
            <a:avLst>
              <a:gd name="adj" fmla="val 12903"/>
            </a:avLst>
          </a:prstGeom>
          <a:solidFill>
            <a:srgbClr val="065A82"/>
          </a:solidFill>
          <a:ln w="12700">
            <a:miter lim="400000"/>
          </a:ln>
        </p:spPr>
        <p:txBody>
          <a:bodyPr lIns="45719" rIns="45719"/>
          <a:lstStyle/>
          <a:p>
            <a:pPr/>
          </a:p>
        </p:txBody>
      </p:sp>
      <p:sp>
        <p:nvSpPr>
          <p:cNvPr id="369" name="Shape 23"/>
          <p:cNvSpPr/>
          <p:nvPr/>
        </p:nvSpPr>
        <p:spPr>
          <a:xfrm>
            <a:off x="8427567" y="4654296"/>
            <a:ext cx="310897" cy="310897"/>
          </a:xfrm>
          <a:prstGeom prst="ellipse">
            <a:avLst/>
          </a:prstGeom>
          <a:solidFill>
            <a:srgbClr val="FFFFFF"/>
          </a:solidFill>
          <a:ln w="12700">
            <a:miter lim="400000"/>
          </a:ln>
        </p:spPr>
        <p:txBody>
          <a:bodyPr lIns="45719" rIns="45719"/>
          <a:lstStyle/>
          <a:p>
            <a:pPr/>
          </a:p>
        </p:txBody>
      </p:sp>
      <p:sp>
        <p:nvSpPr>
          <p:cNvPr id="370" name="Text 24"/>
          <p:cNvSpPr txBox="1"/>
          <p:nvPr/>
        </p:nvSpPr>
        <p:spPr>
          <a:xfrm>
            <a:off x="8427567" y="4727194"/>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065A82"/>
                </a:solidFill>
                <a:latin typeface="B Nazanin"/>
                <a:ea typeface="B Nazanin"/>
                <a:cs typeface="B Nazanin"/>
                <a:sym typeface="B Nazanin"/>
              </a:defRPr>
            </a:lvl1pPr>
          </a:lstStyle>
          <a:p>
            <a:pPr/>
            <a:r>
              <a:t>5</a:t>
            </a:r>
          </a:p>
        </p:txBody>
      </p:sp>
      <p:sp>
        <p:nvSpPr>
          <p:cNvPr id="371" name="Text 25"/>
          <p:cNvSpPr txBox="1"/>
          <p:nvPr/>
        </p:nvSpPr>
        <p:spPr>
          <a:xfrm>
            <a:off x="3444087" y="4727193"/>
            <a:ext cx="49834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استقرار در محیط عملیاتی</a:t>
            </a:r>
          </a:p>
        </p:txBody>
      </p:sp>
      <p:sp>
        <p:nvSpPr>
          <p:cNvPr id="372" name="Shape 26"/>
          <p:cNvSpPr/>
          <p:nvPr/>
        </p:nvSpPr>
        <p:spPr>
          <a:xfrm>
            <a:off x="5967831" y="5111496"/>
            <a:ext cx="256033" cy="1280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51607A"/>
          </a:solidFill>
          <a:ln w="12700">
            <a:miter lim="400000"/>
          </a:ln>
        </p:spPr>
        <p:txBody>
          <a:bodyPr lIns="45719" rIns="45719"/>
          <a:lstStyle/>
          <a:p>
            <a:pPr/>
          </a:p>
        </p:txBody>
      </p:sp>
      <p:sp>
        <p:nvSpPr>
          <p:cNvPr id="373" name="Shape 27"/>
          <p:cNvSpPr/>
          <p:nvPr/>
        </p:nvSpPr>
        <p:spPr>
          <a:xfrm>
            <a:off x="3306927" y="5257800"/>
            <a:ext cx="5577842" cy="566928"/>
          </a:xfrm>
          <a:prstGeom prst="roundRect">
            <a:avLst>
              <a:gd name="adj" fmla="val 12903"/>
            </a:avLst>
          </a:prstGeom>
          <a:solidFill>
            <a:srgbClr val="1C7293"/>
          </a:solidFill>
          <a:ln w="12700">
            <a:miter lim="400000"/>
          </a:ln>
        </p:spPr>
        <p:txBody>
          <a:bodyPr lIns="45719" rIns="45719"/>
          <a:lstStyle/>
          <a:p>
            <a:pPr/>
          </a:p>
        </p:txBody>
      </p:sp>
      <p:sp>
        <p:nvSpPr>
          <p:cNvPr id="374" name="Shape 28"/>
          <p:cNvSpPr/>
          <p:nvPr/>
        </p:nvSpPr>
        <p:spPr>
          <a:xfrm>
            <a:off x="8427567" y="5385815"/>
            <a:ext cx="310897" cy="310897"/>
          </a:xfrm>
          <a:prstGeom prst="ellipse">
            <a:avLst/>
          </a:prstGeom>
          <a:solidFill>
            <a:srgbClr val="FFFFFF"/>
          </a:solidFill>
          <a:ln w="12700">
            <a:miter lim="400000"/>
          </a:ln>
        </p:spPr>
        <p:txBody>
          <a:bodyPr lIns="45719" rIns="45719"/>
          <a:lstStyle/>
          <a:p>
            <a:pPr/>
          </a:p>
        </p:txBody>
      </p:sp>
      <p:sp>
        <p:nvSpPr>
          <p:cNvPr id="375" name="Text 29"/>
          <p:cNvSpPr txBox="1"/>
          <p:nvPr/>
        </p:nvSpPr>
        <p:spPr>
          <a:xfrm>
            <a:off x="8427567" y="5458713"/>
            <a:ext cx="3108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C7293"/>
                </a:solidFill>
                <a:latin typeface="B Nazanin"/>
                <a:ea typeface="B Nazanin"/>
                <a:cs typeface="B Nazanin"/>
                <a:sym typeface="B Nazanin"/>
              </a:defRPr>
            </a:lvl1pPr>
          </a:lstStyle>
          <a:p>
            <a:pPr/>
            <a:r>
              <a:t>6</a:t>
            </a:r>
          </a:p>
        </p:txBody>
      </p:sp>
      <p:sp>
        <p:nvSpPr>
          <p:cNvPr id="376" name="Text 30"/>
          <p:cNvSpPr txBox="1"/>
          <p:nvPr/>
        </p:nvSpPr>
        <p:spPr>
          <a:xfrm>
            <a:off x="3444087" y="5458714"/>
            <a:ext cx="49834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نظارت و نگهداری مستمر</a:t>
            </a:r>
          </a:p>
        </p:txBody>
      </p:sp>
      <p:sp>
        <p:nvSpPr>
          <p:cNvPr id="377" name="Shape 31"/>
          <p:cNvSpPr/>
          <p:nvPr/>
        </p:nvSpPr>
        <p:spPr>
          <a:xfrm>
            <a:off x="9204807" y="3703320"/>
            <a:ext cx="2651761" cy="749809"/>
          </a:xfrm>
          <a:prstGeom prst="roundRect">
            <a:avLst>
              <a:gd name="adj" fmla="val 9756"/>
            </a:avLst>
          </a:prstGeom>
          <a:solidFill>
            <a:srgbClr val="FFF6EC"/>
          </a:solidFill>
          <a:ln w="12700">
            <a:solidFill>
              <a:srgbClr val="E8871E"/>
            </a:solidFill>
          </a:ln>
        </p:spPr>
        <p:txBody>
          <a:bodyPr lIns="45719" rIns="45719"/>
          <a:lstStyle/>
          <a:p>
            <a:pPr/>
          </a:p>
        </p:txBody>
      </p:sp>
      <p:sp>
        <p:nvSpPr>
          <p:cNvPr id="378" name="Text 32"/>
          <p:cNvSpPr txBox="1"/>
          <p:nvPr/>
        </p:nvSpPr>
        <p:spPr>
          <a:xfrm>
            <a:off x="9341967" y="3986363"/>
            <a:ext cx="2377441" cy="1837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10000"/>
              </a:lnSpc>
              <a:defRPr sz="1100">
                <a:solidFill>
                  <a:srgbClr val="E8871E"/>
                </a:solidFill>
                <a:latin typeface="B Nazanin"/>
                <a:ea typeface="B Nazanin"/>
                <a:cs typeface="B Nazanin"/>
                <a:sym typeface="B Nazanin"/>
              </a:defRPr>
            </a:lvl1pPr>
          </a:lstStyle>
          <a:p>
            <a:pPr/>
            <a:r>
              <a:t>در صورت خطا → بازگشت و اصلاح، سپس تکرار تست</a:t>
            </a:r>
          </a:p>
        </p:txBody>
      </p:sp>
      <p:sp>
        <p:nvSpPr>
          <p:cNvPr id="379" name="Text 33"/>
          <p:cNvSpPr txBox="1"/>
          <p:nvPr/>
        </p:nvSpPr>
        <p:spPr>
          <a:xfrm>
            <a:off x="548639" y="6490970"/>
            <a:ext cx="1109441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100">
                <a:solidFill>
                  <a:srgbClr val="51607A"/>
                </a:solidFill>
                <a:latin typeface="B Nazanin"/>
                <a:ea typeface="B Nazanin"/>
                <a:cs typeface="B Nazanin"/>
                <a:sym typeface="B Nazanin"/>
              </a:defRPr>
            </a:lvl1pPr>
          </a:lstStyle>
          <a:p>
            <a:pPr/>
            <a:r>
              <a:t>این فرایند تضمین می‌کند تمام مؤلفه‌های سامانه هماهنگ، پایدار، ایمن و مقیاس‌پذیر عمل کنند.</a:t>
            </a:r>
          </a:p>
        </p:txBody>
      </p:sp>
      <p:sp>
        <p:nvSpPr>
          <p:cNvPr id="380" name="Text 34"/>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AA7BD"/>
                </a:solidFill>
              </a:defRPr>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1295C"/>
        </a:solidFill>
      </p:bgPr>
    </p:bg>
    <p:spTree>
      <p:nvGrpSpPr>
        <p:cNvPr id="1" name=""/>
        <p:cNvGrpSpPr/>
        <p:nvPr/>
      </p:nvGrpSpPr>
      <p:grpSpPr>
        <a:xfrm>
          <a:off x="0" y="0"/>
          <a:ext cx="0" cy="0"/>
          <a:chOff x="0" y="0"/>
          <a:chExt cx="0" cy="0"/>
        </a:xfrm>
      </p:grpSpPr>
      <p:sp>
        <p:nvSpPr>
          <p:cNvPr id="382" name="Text 0"/>
          <p:cNvSpPr txBox="1"/>
          <p:nvPr/>
        </p:nvSpPr>
        <p:spPr>
          <a:xfrm>
            <a:off x="548639" y="505460"/>
            <a:ext cx="1109441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400">
                <a:solidFill>
                  <a:srgbClr val="F2B872"/>
                </a:solidFill>
                <a:latin typeface="B Nazanin"/>
                <a:ea typeface="B Nazanin"/>
                <a:cs typeface="B Nazanin"/>
                <a:sym typeface="B Nazanin"/>
              </a:defRPr>
            </a:lvl1pPr>
          </a:lstStyle>
          <a:p>
            <a:pPr/>
            <a:r>
              <a:t>ارزیابی ریسک‌های سیستمی</a:t>
            </a:r>
          </a:p>
        </p:txBody>
      </p:sp>
      <p:sp>
        <p:nvSpPr>
          <p:cNvPr id="383" name="Text 1"/>
          <p:cNvSpPr txBox="1"/>
          <p:nvPr/>
        </p:nvSpPr>
        <p:spPr>
          <a:xfrm>
            <a:off x="548639" y="958088"/>
            <a:ext cx="110944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3200">
                <a:solidFill>
                  <a:srgbClr val="FFFFFF"/>
                </a:solidFill>
                <a:latin typeface="B Nazanin"/>
                <a:ea typeface="B Nazanin"/>
                <a:cs typeface="B Nazanin"/>
                <a:sym typeface="B Nazanin"/>
              </a:defRPr>
            </a:lvl1pPr>
          </a:lstStyle>
          <a:p>
            <a:pPr/>
            <a:r>
              <a:t>ریسک، فراتر از خطاهای نرم‌افزاری</a:t>
            </a:r>
          </a:p>
        </p:txBody>
      </p:sp>
      <p:sp>
        <p:nvSpPr>
          <p:cNvPr id="384" name="Text 2"/>
          <p:cNvSpPr txBox="1"/>
          <p:nvPr/>
        </p:nvSpPr>
        <p:spPr>
          <a:xfrm>
            <a:off x="548639" y="1713196"/>
            <a:ext cx="11094417" cy="2220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lnSpc>
                <a:spcPct val="120000"/>
              </a:lnSpc>
              <a:defRPr sz="1300">
                <a:solidFill>
                  <a:srgbClr val="CADCFC"/>
                </a:solidFill>
                <a:latin typeface="B Nazanin"/>
                <a:ea typeface="B Nazanin"/>
                <a:cs typeface="B Nazanin"/>
                <a:sym typeface="B Nazanin"/>
              </a:defRPr>
            </a:lvl1pPr>
          </a:lstStyle>
          <a:p>
            <a:pPr/>
            <a:r>
              <a:t>در مهندسی سیستم، ریسک شامل هر عاملی است که بر عملکرد، پایداری، امنیت و دستیابی به اهداف سامانه اثر بگذارد — نه فقط باگ‌های نرم‌افزاری. ارزیابی بر اساس دو معیار «احتمال وقوع» و «شدت اثر» انجام می‌شود.</a:t>
            </a:r>
          </a:p>
        </p:txBody>
      </p:sp>
      <p:sp>
        <p:nvSpPr>
          <p:cNvPr id="385" name="Shape 3"/>
          <p:cNvSpPr/>
          <p:nvPr/>
        </p:nvSpPr>
        <p:spPr>
          <a:xfrm>
            <a:off x="548640" y="2331720"/>
            <a:ext cx="11094416" cy="566929"/>
          </a:xfrm>
          <a:prstGeom prst="roundRect">
            <a:avLst>
              <a:gd name="adj" fmla="val 11290"/>
            </a:avLst>
          </a:prstGeom>
          <a:solidFill>
            <a:srgbClr val="2B3A73"/>
          </a:solidFill>
          <a:ln w="12700">
            <a:miter lim="400000"/>
          </a:ln>
        </p:spPr>
        <p:txBody>
          <a:bodyPr lIns="45719" rIns="45719"/>
          <a:lstStyle/>
          <a:p>
            <a:pPr/>
          </a:p>
        </p:txBody>
      </p:sp>
      <p:sp>
        <p:nvSpPr>
          <p:cNvPr id="386" name="Shape 4"/>
          <p:cNvSpPr/>
          <p:nvPr/>
        </p:nvSpPr>
        <p:spPr>
          <a:xfrm>
            <a:off x="548640" y="2331720"/>
            <a:ext cx="1051561" cy="566929"/>
          </a:xfrm>
          <a:prstGeom prst="roundRect">
            <a:avLst>
              <a:gd name="adj" fmla="val 11290"/>
            </a:avLst>
          </a:prstGeom>
          <a:solidFill>
            <a:srgbClr val="E24C4C"/>
          </a:solidFill>
          <a:ln w="12700">
            <a:miter lim="400000"/>
          </a:ln>
        </p:spPr>
        <p:txBody>
          <a:bodyPr lIns="45719" rIns="45719"/>
          <a:lstStyle/>
          <a:p>
            <a:pPr/>
          </a:p>
        </p:txBody>
      </p:sp>
      <p:sp>
        <p:nvSpPr>
          <p:cNvPr id="387" name="Text 5"/>
          <p:cNvSpPr txBox="1"/>
          <p:nvPr/>
        </p:nvSpPr>
        <p:spPr>
          <a:xfrm>
            <a:off x="548639" y="2538984"/>
            <a:ext cx="10515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بحرانی</a:t>
            </a:r>
          </a:p>
        </p:txBody>
      </p:sp>
      <p:sp>
        <p:nvSpPr>
          <p:cNvPr id="388" name="Text 6"/>
          <p:cNvSpPr txBox="1"/>
          <p:nvPr/>
        </p:nvSpPr>
        <p:spPr>
          <a:xfrm>
            <a:off x="1783079" y="2532634"/>
            <a:ext cx="9677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اختلال یا ناپایداری زیرساخت شبکه</a:t>
            </a:r>
          </a:p>
        </p:txBody>
      </p:sp>
      <p:sp>
        <p:nvSpPr>
          <p:cNvPr id="389" name="Shape 7"/>
          <p:cNvSpPr/>
          <p:nvPr/>
        </p:nvSpPr>
        <p:spPr>
          <a:xfrm>
            <a:off x="548640" y="2990088"/>
            <a:ext cx="11094416" cy="566929"/>
          </a:xfrm>
          <a:prstGeom prst="roundRect">
            <a:avLst>
              <a:gd name="adj" fmla="val 11290"/>
            </a:avLst>
          </a:prstGeom>
          <a:solidFill>
            <a:srgbClr val="2B3A73"/>
          </a:solidFill>
          <a:ln w="12700">
            <a:miter lim="400000"/>
          </a:ln>
        </p:spPr>
        <p:txBody>
          <a:bodyPr lIns="45719" rIns="45719"/>
          <a:lstStyle/>
          <a:p>
            <a:pPr/>
          </a:p>
        </p:txBody>
      </p:sp>
      <p:sp>
        <p:nvSpPr>
          <p:cNvPr id="390" name="Shape 8"/>
          <p:cNvSpPr/>
          <p:nvPr/>
        </p:nvSpPr>
        <p:spPr>
          <a:xfrm>
            <a:off x="548640" y="2990088"/>
            <a:ext cx="1051561" cy="566929"/>
          </a:xfrm>
          <a:prstGeom prst="roundRect">
            <a:avLst>
              <a:gd name="adj" fmla="val 11290"/>
            </a:avLst>
          </a:prstGeom>
          <a:solidFill>
            <a:srgbClr val="E24C4C"/>
          </a:solidFill>
          <a:ln w="12700">
            <a:miter lim="400000"/>
          </a:ln>
        </p:spPr>
        <p:txBody>
          <a:bodyPr lIns="45719" rIns="45719"/>
          <a:lstStyle/>
          <a:p>
            <a:pPr/>
          </a:p>
        </p:txBody>
      </p:sp>
      <p:sp>
        <p:nvSpPr>
          <p:cNvPr id="391" name="Text 9"/>
          <p:cNvSpPr txBox="1"/>
          <p:nvPr/>
        </p:nvSpPr>
        <p:spPr>
          <a:xfrm>
            <a:off x="548639" y="3197352"/>
            <a:ext cx="10515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بحرانی</a:t>
            </a:r>
          </a:p>
        </p:txBody>
      </p:sp>
      <p:sp>
        <p:nvSpPr>
          <p:cNvPr id="392" name="Text 10"/>
          <p:cNvSpPr txBox="1"/>
          <p:nvPr/>
        </p:nvSpPr>
        <p:spPr>
          <a:xfrm>
            <a:off x="1783079" y="3191002"/>
            <a:ext cx="9677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افزایش ناگهانی کاربران هم‌زمان</a:t>
            </a:r>
          </a:p>
        </p:txBody>
      </p:sp>
      <p:sp>
        <p:nvSpPr>
          <p:cNvPr id="393" name="Shape 11"/>
          <p:cNvSpPr/>
          <p:nvPr/>
        </p:nvSpPr>
        <p:spPr>
          <a:xfrm>
            <a:off x="548640" y="3648455"/>
            <a:ext cx="11094416" cy="566929"/>
          </a:xfrm>
          <a:prstGeom prst="roundRect">
            <a:avLst>
              <a:gd name="adj" fmla="val 11290"/>
            </a:avLst>
          </a:prstGeom>
          <a:solidFill>
            <a:srgbClr val="2B3A73"/>
          </a:solidFill>
          <a:ln w="12700">
            <a:miter lim="400000"/>
          </a:ln>
        </p:spPr>
        <p:txBody>
          <a:bodyPr lIns="45719" rIns="45719"/>
          <a:lstStyle/>
          <a:p>
            <a:pPr/>
          </a:p>
        </p:txBody>
      </p:sp>
      <p:sp>
        <p:nvSpPr>
          <p:cNvPr id="394" name="Shape 12"/>
          <p:cNvSpPr/>
          <p:nvPr/>
        </p:nvSpPr>
        <p:spPr>
          <a:xfrm>
            <a:off x="548640" y="3648455"/>
            <a:ext cx="1051561" cy="566929"/>
          </a:xfrm>
          <a:prstGeom prst="roundRect">
            <a:avLst>
              <a:gd name="adj" fmla="val 11290"/>
            </a:avLst>
          </a:prstGeom>
          <a:solidFill>
            <a:srgbClr val="E24C4C"/>
          </a:solidFill>
          <a:ln w="12700">
            <a:miter lim="400000"/>
          </a:ln>
        </p:spPr>
        <p:txBody>
          <a:bodyPr lIns="45719" rIns="45719"/>
          <a:lstStyle/>
          <a:p>
            <a:pPr/>
          </a:p>
        </p:txBody>
      </p:sp>
      <p:sp>
        <p:nvSpPr>
          <p:cNvPr id="395" name="Text 13"/>
          <p:cNvSpPr txBox="1"/>
          <p:nvPr/>
        </p:nvSpPr>
        <p:spPr>
          <a:xfrm>
            <a:off x="548639" y="3855719"/>
            <a:ext cx="10515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بحرانی</a:t>
            </a:r>
          </a:p>
        </p:txBody>
      </p:sp>
      <p:sp>
        <p:nvSpPr>
          <p:cNvPr id="396" name="Text 14"/>
          <p:cNvSpPr txBox="1"/>
          <p:nvPr/>
        </p:nvSpPr>
        <p:spPr>
          <a:xfrm>
            <a:off x="1783079" y="3849369"/>
            <a:ext cx="9677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نقض امنیت و دسترسی غیرمجاز</a:t>
            </a:r>
          </a:p>
        </p:txBody>
      </p:sp>
      <p:sp>
        <p:nvSpPr>
          <p:cNvPr id="397" name="Shape 15"/>
          <p:cNvSpPr/>
          <p:nvPr/>
        </p:nvSpPr>
        <p:spPr>
          <a:xfrm>
            <a:off x="548640" y="4306823"/>
            <a:ext cx="11094416" cy="566929"/>
          </a:xfrm>
          <a:prstGeom prst="roundRect">
            <a:avLst>
              <a:gd name="adj" fmla="val 11290"/>
            </a:avLst>
          </a:prstGeom>
          <a:solidFill>
            <a:srgbClr val="2B3A73"/>
          </a:solidFill>
          <a:ln w="12700">
            <a:miter lim="400000"/>
          </a:ln>
        </p:spPr>
        <p:txBody>
          <a:bodyPr lIns="45719" rIns="45719"/>
          <a:lstStyle/>
          <a:p>
            <a:pPr/>
          </a:p>
        </p:txBody>
      </p:sp>
      <p:sp>
        <p:nvSpPr>
          <p:cNvPr id="398" name="Shape 16"/>
          <p:cNvSpPr/>
          <p:nvPr/>
        </p:nvSpPr>
        <p:spPr>
          <a:xfrm>
            <a:off x="548640" y="4306823"/>
            <a:ext cx="1051561" cy="566929"/>
          </a:xfrm>
          <a:prstGeom prst="roundRect">
            <a:avLst>
              <a:gd name="adj" fmla="val 11290"/>
            </a:avLst>
          </a:prstGeom>
          <a:solidFill>
            <a:srgbClr val="E8871E"/>
          </a:solidFill>
          <a:ln w="12700">
            <a:miter lim="400000"/>
          </a:ln>
        </p:spPr>
        <p:txBody>
          <a:bodyPr lIns="45719" rIns="45719"/>
          <a:lstStyle/>
          <a:p>
            <a:pPr/>
          </a:p>
        </p:txBody>
      </p:sp>
      <p:sp>
        <p:nvSpPr>
          <p:cNvPr id="399" name="Text 17"/>
          <p:cNvSpPr txBox="1"/>
          <p:nvPr/>
        </p:nvSpPr>
        <p:spPr>
          <a:xfrm>
            <a:off x="548639" y="4514087"/>
            <a:ext cx="10515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بالا</a:t>
            </a:r>
          </a:p>
        </p:txBody>
      </p:sp>
      <p:sp>
        <p:nvSpPr>
          <p:cNvPr id="400" name="Text 18"/>
          <p:cNvSpPr txBox="1"/>
          <p:nvPr/>
        </p:nvSpPr>
        <p:spPr>
          <a:xfrm>
            <a:off x="1783079" y="4507737"/>
            <a:ext cx="9677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خرابی سرویس احراز هویت</a:t>
            </a:r>
          </a:p>
        </p:txBody>
      </p:sp>
      <p:sp>
        <p:nvSpPr>
          <p:cNvPr id="401" name="Shape 19"/>
          <p:cNvSpPr/>
          <p:nvPr/>
        </p:nvSpPr>
        <p:spPr>
          <a:xfrm>
            <a:off x="548640" y="4965191"/>
            <a:ext cx="11094416" cy="566929"/>
          </a:xfrm>
          <a:prstGeom prst="roundRect">
            <a:avLst>
              <a:gd name="adj" fmla="val 11290"/>
            </a:avLst>
          </a:prstGeom>
          <a:solidFill>
            <a:srgbClr val="2B3A73"/>
          </a:solidFill>
          <a:ln w="12700">
            <a:miter lim="400000"/>
          </a:ln>
        </p:spPr>
        <p:txBody>
          <a:bodyPr lIns="45719" rIns="45719"/>
          <a:lstStyle/>
          <a:p>
            <a:pPr/>
          </a:p>
        </p:txBody>
      </p:sp>
      <p:sp>
        <p:nvSpPr>
          <p:cNvPr id="402" name="Shape 20"/>
          <p:cNvSpPr/>
          <p:nvPr/>
        </p:nvSpPr>
        <p:spPr>
          <a:xfrm>
            <a:off x="548640" y="4965191"/>
            <a:ext cx="1051561" cy="566929"/>
          </a:xfrm>
          <a:prstGeom prst="roundRect">
            <a:avLst>
              <a:gd name="adj" fmla="val 11290"/>
            </a:avLst>
          </a:prstGeom>
          <a:solidFill>
            <a:srgbClr val="E8871E"/>
          </a:solidFill>
          <a:ln w="12700">
            <a:miter lim="400000"/>
          </a:ln>
        </p:spPr>
        <p:txBody>
          <a:bodyPr lIns="45719" rIns="45719"/>
          <a:lstStyle/>
          <a:p>
            <a:pPr/>
          </a:p>
        </p:txBody>
      </p:sp>
      <p:sp>
        <p:nvSpPr>
          <p:cNvPr id="403" name="Text 21"/>
          <p:cNvSpPr txBox="1"/>
          <p:nvPr/>
        </p:nvSpPr>
        <p:spPr>
          <a:xfrm>
            <a:off x="548639" y="5172455"/>
            <a:ext cx="10515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بالا</a:t>
            </a:r>
          </a:p>
        </p:txBody>
      </p:sp>
      <p:sp>
        <p:nvSpPr>
          <p:cNvPr id="404" name="Text 22"/>
          <p:cNvSpPr txBox="1"/>
          <p:nvPr/>
        </p:nvSpPr>
        <p:spPr>
          <a:xfrm>
            <a:off x="1783079" y="5166105"/>
            <a:ext cx="9677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خرابی سرویس کلاس آنلاین</a:t>
            </a:r>
          </a:p>
        </p:txBody>
      </p:sp>
      <p:sp>
        <p:nvSpPr>
          <p:cNvPr id="405" name="Shape 23"/>
          <p:cNvSpPr/>
          <p:nvPr/>
        </p:nvSpPr>
        <p:spPr>
          <a:xfrm>
            <a:off x="548640" y="5623559"/>
            <a:ext cx="11094416" cy="566929"/>
          </a:xfrm>
          <a:prstGeom prst="roundRect">
            <a:avLst>
              <a:gd name="adj" fmla="val 11290"/>
            </a:avLst>
          </a:prstGeom>
          <a:solidFill>
            <a:srgbClr val="2B3A73"/>
          </a:solidFill>
          <a:ln w="12700">
            <a:miter lim="400000"/>
          </a:ln>
        </p:spPr>
        <p:txBody>
          <a:bodyPr lIns="45719" rIns="45719"/>
          <a:lstStyle/>
          <a:p>
            <a:pPr/>
          </a:p>
        </p:txBody>
      </p:sp>
      <p:sp>
        <p:nvSpPr>
          <p:cNvPr id="406" name="Shape 24"/>
          <p:cNvSpPr/>
          <p:nvPr/>
        </p:nvSpPr>
        <p:spPr>
          <a:xfrm>
            <a:off x="548640" y="5623559"/>
            <a:ext cx="1051561" cy="566929"/>
          </a:xfrm>
          <a:prstGeom prst="roundRect">
            <a:avLst>
              <a:gd name="adj" fmla="val 11290"/>
            </a:avLst>
          </a:prstGeom>
          <a:solidFill>
            <a:srgbClr val="E8871E"/>
          </a:solidFill>
          <a:ln w="12700">
            <a:miter lim="400000"/>
          </a:ln>
        </p:spPr>
        <p:txBody>
          <a:bodyPr lIns="45719" rIns="45719"/>
          <a:lstStyle/>
          <a:p>
            <a:pPr/>
          </a:p>
        </p:txBody>
      </p:sp>
      <p:sp>
        <p:nvSpPr>
          <p:cNvPr id="407" name="Text 25"/>
          <p:cNvSpPr txBox="1"/>
          <p:nvPr/>
        </p:nvSpPr>
        <p:spPr>
          <a:xfrm>
            <a:off x="548639" y="5830823"/>
            <a:ext cx="105156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rtl="1">
              <a:defRPr sz="1200">
                <a:solidFill>
                  <a:srgbClr val="FFFFFF"/>
                </a:solidFill>
                <a:latin typeface="B Nazanin"/>
                <a:ea typeface="B Nazanin"/>
                <a:cs typeface="B Nazanin"/>
                <a:sym typeface="B Nazanin"/>
              </a:defRPr>
            </a:lvl1pPr>
          </a:lstStyle>
          <a:p>
            <a:pPr/>
            <a:r>
              <a:t>بالا</a:t>
            </a:r>
          </a:p>
        </p:txBody>
      </p:sp>
      <p:sp>
        <p:nvSpPr>
          <p:cNvPr id="408" name="Text 26"/>
          <p:cNvSpPr txBox="1"/>
          <p:nvPr/>
        </p:nvSpPr>
        <p:spPr>
          <a:xfrm>
            <a:off x="1783079" y="5824473"/>
            <a:ext cx="967709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300">
                <a:solidFill>
                  <a:srgbClr val="FFFFFF"/>
                </a:solidFill>
                <a:latin typeface="B Nazanin"/>
                <a:ea typeface="B Nazanin"/>
                <a:cs typeface="B Nazanin"/>
                <a:sym typeface="B Nazanin"/>
              </a:defRPr>
            </a:lvl1pPr>
          </a:lstStyle>
          <a:p>
            <a:pPr/>
            <a:r>
              <a:t>خطای انسانی کاربران</a:t>
            </a:r>
          </a:p>
        </p:txBody>
      </p:sp>
      <p:sp>
        <p:nvSpPr>
          <p:cNvPr id="409" name="Text 27"/>
          <p:cNvSpPr txBox="1"/>
          <p:nvPr/>
        </p:nvSpPr>
        <p:spPr>
          <a:xfrm>
            <a:off x="548639" y="6447429"/>
            <a:ext cx="11094417" cy="1810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rtl="1">
              <a:defRPr sz="1100">
                <a:solidFill>
                  <a:srgbClr val="9FB6D9"/>
                </a:solidFill>
                <a:latin typeface="B Nazanin"/>
                <a:ea typeface="B Nazanin"/>
                <a:cs typeface="B Nazanin"/>
                <a:sym typeface="B Nazanin"/>
              </a:defRPr>
            </a:lvl1pPr>
          </a:lstStyle>
          <a:p>
            <a:pPr/>
            <a:r>
              <a:t>راهکارهای کاهش ریسک: زیرساخت پشتیبان، Load Balancing و Auto Scaling، احراز هویت چندمرحله‌ای، معماری با تحمل خطا و برنامهٔ بازیابی فاجعه.</a:t>
            </a:r>
          </a:p>
        </p:txBody>
      </p:sp>
      <p:sp>
        <p:nvSpPr>
          <p:cNvPr id="410" name="Text 28"/>
          <p:cNvSpPr txBox="1"/>
          <p:nvPr/>
        </p:nvSpPr>
        <p:spPr>
          <a:xfrm>
            <a:off x="11368734" y="6447966"/>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9FB6D9"/>
                </a:solidFill>
              </a:defRPr>
            </a:lvl1pPr>
          </a:lstStyle>
          <a:p>
            <a:pPr/>
            <a:r>
              <a:t>12</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